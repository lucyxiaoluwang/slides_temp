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70" r:id="rId5"/>
    <p:sldId id="263" r:id="rId6"/>
    <p:sldId id="262" r:id="rId7"/>
  </p:sldIdLst>
  <p:sldSz cx="9144000" cy="6858000" type="screen4x3"/>
  <p:notesSz cx="6669088" cy="987266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D9D9D9"/>
    <a:srgbClr val="E3E3E3"/>
    <a:srgbClr val="CCCDCC"/>
    <a:srgbClr val="636463"/>
    <a:srgbClr val="014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73"/>
    <p:restoredTop sz="93979" autoAdjust="0"/>
  </p:normalViewPr>
  <p:slideViewPr>
    <p:cSldViewPr>
      <p:cViewPr varScale="1">
        <p:scale>
          <a:sx n="121" d="100"/>
          <a:sy n="121" d="100"/>
        </p:scale>
        <p:origin x="1632"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8" name="Untertitel 2"/>
          <p:cNvSpPr>
            <a:spLocks noGrp="1"/>
          </p:cNvSpPr>
          <p:nvPr>
            <p:ph type="subTitle" idx="1" hasCustomPrompt="1"/>
          </p:nvPr>
        </p:nvSpPr>
        <p:spPr>
          <a:xfrm>
            <a:off x="392400" y="4077072"/>
            <a:ext cx="8352928" cy="840093"/>
          </a:xfrm>
          <a:prstGeom prst="rect">
            <a:avLst/>
          </a:prstGeom>
        </p:spPr>
        <p:txBody>
          <a:bodyPr>
            <a:noAutofit/>
          </a:bodyPr>
          <a:lstStyle>
            <a:lvl1pPr marL="0" indent="0" algn="ctr">
              <a:spcBef>
                <a:spcPts val="0"/>
              </a:spcBef>
              <a:buNone/>
              <a:defRPr sz="3200" b="1">
                <a:solidFill>
                  <a:schemeClr val="tx1">
                    <a:tint val="75000"/>
                  </a:schemeClr>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9" name="Rechteck 8"/>
          <p:cNvSpPr/>
          <p:nvPr userDrawn="1"/>
        </p:nvSpPr>
        <p:spPr>
          <a:xfrm>
            <a:off x="-4073" y="6124800"/>
            <a:ext cx="9148073" cy="748800"/>
          </a:xfrm>
          <a:prstGeom prst="rect">
            <a:avLst/>
          </a:prstGeom>
          <a:solidFill>
            <a:srgbClr val="E3E3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PT Sans" panose="020B0503020203020204" pitchFamily="34" charset="0"/>
            </a:endParaRPr>
          </a:p>
        </p:txBody>
      </p:sp>
      <p:sp>
        <p:nvSpPr>
          <p:cNvPr id="10" name="Fußzeilenplatzhalter 23"/>
          <p:cNvSpPr>
            <a:spLocks noGrp="1"/>
          </p:cNvSpPr>
          <p:nvPr>
            <p:ph type="ftr" sz="quarter" idx="3"/>
          </p:nvPr>
        </p:nvSpPr>
        <p:spPr>
          <a:xfrm>
            <a:off x="187199" y="6314909"/>
            <a:ext cx="4382763" cy="366183"/>
          </a:xfrm>
          <a:prstGeom prst="rect">
            <a:avLst/>
          </a:prstGeom>
        </p:spPr>
        <p:txBody>
          <a:bodyPr vert="horz" lIns="91440" tIns="45720" rIns="91440" bIns="45720" rtlCol="0" anchor="ctr"/>
          <a:lstStyle>
            <a:lvl1pPr algn="l">
              <a:defRPr sz="1400">
                <a:solidFill>
                  <a:srgbClr val="636463"/>
                </a:solidFill>
                <a:latin typeface="+mn-lt"/>
              </a:defRPr>
            </a:lvl1pPr>
          </a:lstStyle>
          <a:p>
            <a:r>
              <a:rPr lang="de-DE" dirty="0"/>
              <a:t>Date| Event/Conference/Seminar| Location</a:t>
            </a:r>
          </a:p>
        </p:txBody>
      </p:sp>
      <p:sp>
        <p:nvSpPr>
          <p:cNvPr id="11" name="Foliennummernplatzhalter 24"/>
          <p:cNvSpPr>
            <a:spLocks noGrp="1"/>
          </p:cNvSpPr>
          <p:nvPr>
            <p:ph type="sldNum" sz="quarter" idx="4"/>
          </p:nvPr>
        </p:nvSpPr>
        <p:spPr>
          <a:xfrm>
            <a:off x="6804000" y="6326401"/>
            <a:ext cx="1944000" cy="366183"/>
          </a:xfrm>
          <a:prstGeom prst="rect">
            <a:avLst/>
          </a:prstGeom>
        </p:spPr>
        <p:txBody>
          <a:bodyPr vert="horz" lIns="91440" tIns="45720" rIns="91440" bIns="45720" rtlCol="0" anchor="ctr"/>
          <a:lstStyle>
            <a:lvl1pPr algn="r">
              <a:defRPr sz="1400">
                <a:solidFill>
                  <a:srgbClr val="636463"/>
                </a:solidFill>
                <a:latin typeface="+mn-lt"/>
              </a:defRPr>
            </a:lvl1pPr>
          </a:lstStyle>
          <a:p>
            <a:r>
              <a:rPr lang="de-DE" dirty="0"/>
              <a:t>Speaker</a:t>
            </a:r>
          </a:p>
        </p:txBody>
      </p:sp>
      <p:sp>
        <p:nvSpPr>
          <p:cNvPr id="12" name="Titel 1"/>
          <p:cNvSpPr>
            <a:spLocks noGrp="1"/>
          </p:cNvSpPr>
          <p:nvPr>
            <p:ph type="title" hasCustomPrompt="1"/>
          </p:nvPr>
        </p:nvSpPr>
        <p:spPr>
          <a:xfrm>
            <a:off x="392400" y="2844000"/>
            <a:ext cx="8352928" cy="1176131"/>
          </a:xfrm>
          <a:prstGeom prst="rect">
            <a:avLst/>
          </a:prstGeom>
        </p:spPr>
        <p:txBody>
          <a:bodyPr anchor="t">
            <a:normAutofit/>
          </a:bodyPr>
          <a:lstStyle>
            <a:lvl1pPr algn="ctr">
              <a:defRPr sz="3600" b="1" cap="none">
                <a:solidFill>
                  <a:srgbClr val="014A8F"/>
                </a:solidFill>
                <a:latin typeface="+mn-lt"/>
              </a:defRPr>
            </a:lvl1pPr>
          </a:lstStyle>
          <a:p>
            <a:r>
              <a:rPr lang="de-DE" dirty="0"/>
              <a:t>Click </a:t>
            </a:r>
            <a:r>
              <a:rPr lang="de-DE" dirty="0" err="1"/>
              <a:t>to</a:t>
            </a:r>
            <a:r>
              <a:rPr lang="de-DE" dirty="0"/>
              <a:t> </a:t>
            </a:r>
            <a:r>
              <a:rPr lang="de-DE" dirty="0" err="1"/>
              <a:t>add</a:t>
            </a:r>
            <a:r>
              <a:rPr lang="de-DE" dirty="0"/>
              <a:t> title </a:t>
            </a:r>
            <a:r>
              <a:rPr lang="de-DE" dirty="0" err="1"/>
              <a:t>of</a:t>
            </a:r>
            <a:r>
              <a:rPr lang="de-DE" dirty="0"/>
              <a:t> </a:t>
            </a:r>
            <a:r>
              <a:rPr lang="de-DE" dirty="0" err="1"/>
              <a:t>the</a:t>
            </a:r>
            <a:r>
              <a:rPr lang="de-DE" dirty="0"/>
              <a:t> </a:t>
            </a:r>
            <a:r>
              <a:rPr lang="de-DE" dirty="0" err="1"/>
              <a:t>presentation</a:t>
            </a:r>
            <a:endParaRPr lang="de-DE" dirty="0"/>
          </a:p>
        </p:txBody>
      </p:sp>
      <p:pic>
        <p:nvPicPr>
          <p:cNvPr id="15" name="Picture 2" descr="C:\Users\lens\Desktop\Logo_MPI-IW_englisch_negativ_300dpi.jpg"/>
          <p:cNvPicPr>
            <a:picLocks noChangeAspect="1" noChangeArrowheads="1"/>
          </p:cNvPicPr>
          <p:nvPr userDrawn="1"/>
        </p:nvPicPr>
        <p:blipFill>
          <a:blip cstate="screen">
            <a:extLst>
              <a:ext uri="{BEBA8EAE-BF5A-486C-A8C5-ECC9F3942E4B}">
                <a14:imgProps xmlns:a14="http://schemas.microsoft.com/office/drawing/2010/main">
                  <a14:imgLayer>
                    <a14:imgEffect>
                      <a14:sharpenSoften amount="40000"/>
                    </a14:imgEffect>
                  </a14:imgLayer>
                </a14:imgProps>
              </a:ext>
              <a:ext uri="{28A0092B-C50C-407E-A947-70E740481C1C}">
                <a14:useLocalDpi xmlns:a14="http://schemas.microsoft.com/office/drawing/2010/main"/>
              </a:ext>
            </a:extLst>
          </a:blip>
          <a:srcRect/>
          <a:stretch>
            <a:fillRect/>
          </a:stretch>
        </p:blipFill>
        <p:spPr bwMode="auto">
          <a:xfrm>
            <a:off x="0" y="-1"/>
            <a:ext cx="4570469" cy="15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830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Benutzerdefiniertes Layou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sp>
        <p:nvSpPr>
          <p:cNvPr id="4" name="Foliennummernplatzhalter 3"/>
          <p:cNvSpPr>
            <a:spLocks noGrp="1"/>
          </p:cNvSpPr>
          <p:nvPr>
            <p:ph type="sldNum" sz="quarter" idx="11"/>
          </p:nvPr>
        </p:nvSpPr>
        <p:spPr/>
        <p:txBody>
          <a:bodyPr/>
          <a:lstStyle/>
          <a:p>
            <a:fld id="{730FFE64-384B-44F1-B562-E01D9106D3C3}" type="slidenum">
              <a:rPr lang="de-DE" smtClean="0"/>
              <a:pPr/>
              <a:t>‹#›</a:t>
            </a:fld>
            <a:endParaRPr lang="de-DE" dirty="0"/>
          </a:p>
        </p:txBody>
      </p:sp>
      <p:cxnSp>
        <p:nvCxnSpPr>
          <p:cNvPr id="5" name="Gerade Verbindung 4"/>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6" name="Untertitel 2"/>
          <p:cNvSpPr>
            <a:spLocks noGrp="1"/>
          </p:cNvSpPr>
          <p:nvPr>
            <p:ph type="subTitle" idx="1" hasCustomPrompt="1"/>
          </p:nvPr>
        </p:nvSpPr>
        <p:spPr>
          <a:xfrm>
            <a:off x="457200" y="1196752"/>
            <a:ext cx="8244000" cy="324036"/>
          </a:xfrm>
          <a:prstGeom prst="rect">
            <a:avLst/>
          </a:prstGeom>
        </p:spPr>
        <p:txBody>
          <a:bodyPr anchor="ctr">
            <a:noAutofit/>
          </a:bodyPr>
          <a:lstStyle>
            <a:lvl1pPr marL="0" indent="0" algn="l">
              <a:spcBef>
                <a:spcPts val="0"/>
              </a:spcBef>
              <a:buNone/>
              <a:defRPr sz="1800" b="1">
                <a:solidFill>
                  <a:srgbClr val="898989"/>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8" name="Textplatzhalter 7"/>
          <p:cNvSpPr>
            <a:spLocks noGrp="1"/>
          </p:cNvSpPr>
          <p:nvPr>
            <p:ph type="body" sz="quarter" idx="12" hasCustomPrompt="1"/>
          </p:nvPr>
        </p:nvSpPr>
        <p:spPr>
          <a:xfrm>
            <a:off x="457200" y="1628800"/>
            <a:ext cx="8244000" cy="4536504"/>
          </a:xfrm>
        </p:spPr>
        <p:txBody>
          <a:body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7" name="Fußzeilenplatzhalter 6"/>
          <p:cNvSpPr>
            <a:spLocks noGrp="1"/>
          </p:cNvSpPr>
          <p:nvPr>
            <p:ph type="ftr" sz="quarter" idx="13"/>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2158521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enutzerdefiniertes Layout">
    <p:spTree>
      <p:nvGrpSpPr>
        <p:cNvPr id="1" name=""/>
        <p:cNvGrpSpPr/>
        <p:nvPr/>
      </p:nvGrpSpPr>
      <p:grpSpPr>
        <a:xfrm>
          <a:off x="0" y="0"/>
          <a:ext cx="0" cy="0"/>
          <a:chOff x="0" y="0"/>
          <a:chExt cx="0" cy="0"/>
        </a:xfrm>
      </p:grpSpPr>
      <p:sp>
        <p:nvSpPr>
          <p:cNvPr id="4" name="Foliennummernplatzhalter 3"/>
          <p:cNvSpPr>
            <a:spLocks noGrp="1"/>
          </p:cNvSpPr>
          <p:nvPr>
            <p:ph type="sldNum" sz="quarter" idx="11"/>
          </p:nvPr>
        </p:nvSpPr>
        <p:spPr/>
        <p:txBody>
          <a:bodyPr/>
          <a:lstStyle/>
          <a:p>
            <a:fld id="{730FFE64-384B-44F1-B562-E01D9106D3C3}" type="slidenum">
              <a:rPr lang="de-DE" smtClean="0"/>
              <a:pPr/>
              <a:t>‹#›</a:t>
            </a:fld>
            <a:endParaRPr lang="de-DE" dirty="0"/>
          </a:p>
        </p:txBody>
      </p:sp>
      <p:sp>
        <p:nvSpPr>
          <p:cNvPr id="5" name="Titel 4"/>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8" name="Gerade Verbindung 7"/>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10" name="Textplatzhalter 9"/>
          <p:cNvSpPr>
            <a:spLocks noGrp="1"/>
          </p:cNvSpPr>
          <p:nvPr>
            <p:ph type="body" sz="quarter" idx="12" hasCustomPrompt="1"/>
          </p:nvPr>
        </p:nvSpPr>
        <p:spPr>
          <a:xfrm>
            <a:off x="457200" y="1195200"/>
            <a:ext cx="8244000" cy="4970104"/>
          </a:xfrm>
        </p:spPr>
        <p:txBody>
          <a:body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2" name="Fußzeilenplatzhalter 1"/>
          <p:cNvSpPr>
            <a:spLocks noGrp="1"/>
          </p:cNvSpPr>
          <p:nvPr>
            <p:ph type="ftr" sz="quarter" idx="13"/>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23005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57200" y="1600200"/>
            <a:ext cx="4038600" cy="4565104"/>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4" name="Inhaltsplatzhalter 3"/>
          <p:cNvSpPr>
            <a:spLocks noGrp="1"/>
          </p:cNvSpPr>
          <p:nvPr>
            <p:ph sz="half" idx="2" hasCustomPrompt="1"/>
          </p:nvPr>
        </p:nvSpPr>
        <p:spPr>
          <a:xfrm>
            <a:off x="4648200" y="1600200"/>
            <a:ext cx="4038600" cy="4565104"/>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9" name="Foliennummernplatzhalter 8"/>
          <p:cNvSpPr>
            <a:spLocks noGrp="1"/>
          </p:cNvSpPr>
          <p:nvPr>
            <p:ph type="sldNum" sz="quarter" idx="11"/>
          </p:nvPr>
        </p:nvSpPr>
        <p:spPr/>
        <p:txBody>
          <a:bodyPr/>
          <a:lstStyle/>
          <a:p>
            <a:fld id="{730FFE64-384B-44F1-B562-E01D9106D3C3}" type="slidenum">
              <a:rPr lang="de-DE" smtClean="0"/>
              <a:pPr/>
              <a:t>‹#›</a:t>
            </a:fld>
            <a:endParaRPr lang="de-DE" dirty="0"/>
          </a:p>
        </p:txBody>
      </p:sp>
      <p:sp>
        <p:nvSpPr>
          <p:cNvPr id="10" name="Titel 9"/>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11" name="Gerade Verbindung 10"/>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12" name="Untertitel 2"/>
          <p:cNvSpPr>
            <a:spLocks noGrp="1"/>
          </p:cNvSpPr>
          <p:nvPr>
            <p:ph type="subTitle" idx="12" hasCustomPrompt="1"/>
          </p:nvPr>
        </p:nvSpPr>
        <p:spPr>
          <a:xfrm>
            <a:off x="457200" y="1196752"/>
            <a:ext cx="4039200" cy="324036"/>
          </a:xfrm>
          <a:prstGeom prst="rect">
            <a:avLst/>
          </a:prstGeom>
        </p:spPr>
        <p:txBody>
          <a:bodyPr anchor="ctr">
            <a:noAutofit/>
          </a:bodyPr>
          <a:lstStyle>
            <a:lvl1pPr marL="0" indent="0" algn="l">
              <a:spcBef>
                <a:spcPts val="0"/>
              </a:spcBef>
              <a:buNone/>
              <a:defRPr sz="2000" b="1">
                <a:solidFill>
                  <a:srgbClr val="898989"/>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15" name="Textplatzhalter 14"/>
          <p:cNvSpPr>
            <a:spLocks noGrp="1"/>
          </p:cNvSpPr>
          <p:nvPr>
            <p:ph type="body" sz="quarter" idx="13" hasCustomPrompt="1"/>
          </p:nvPr>
        </p:nvSpPr>
        <p:spPr>
          <a:xfrm>
            <a:off x="4662000" y="1196752"/>
            <a:ext cx="4039200" cy="324000"/>
          </a:xfrm>
        </p:spPr>
        <p:txBody>
          <a:bodyPr anchor="ctr">
            <a:noAutofit/>
          </a:bodyPr>
          <a:lstStyle>
            <a:lvl1pPr marL="0" indent="0" algn="l" defTabSz="914400" rtl="0" eaLnBrk="1" latinLnBrk="0" hangingPunct="1">
              <a:spcBef>
                <a:spcPts val="0"/>
              </a:spcBef>
              <a:buFont typeface="Arial" panose="020B0604020202020204" pitchFamily="34" charset="0"/>
              <a:buNone/>
              <a:defRPr lang="de-DE" sz="2000" b="1" kern="1200" dirty="0">
                <a:solidFill>
                  <a:srgbClr val="898989"/>
                </a:solidFill>
                <a:latin typeface="+mn-lt"/>
                <a:ea typeface="+mn-ea"/>
                <a:cs typeface="+mn-cs"/>
              </a:defRPr>
            </a:lvl1pPr>
          </a:lstStyle>
          <a:p>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2" name="Fußzeilenplatzhalter 1"/>
          <p:cNvSpPr>
            <a:spLocks noGrp="1"/>
          </p:cNvSpPr>
          <p:nvPr>
            <p:ph type="ftr" sz="quarter" idx="14"/>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3902021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57200" y="1195200"/>
            <a:ext cx="4038600" cy="4970104"/>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4" name="Inhaltsplatzhalter 3"/>
          <p:cNvSpPr>
            <a:spLocks noGrp="1"/>
          </p:cNvSpPr>
          <p:nvPr>
            <p:ph sz="half" idx="2" hasCustomPrompt="1"/>
          </p:nvPr>
        </p:nvSpPr>
        <p:spPr>
          <a:xfrm>
            <a:off x="4648200" y="1195200"/>
            <a:ext cx="4038600" cy="4970104"/>
          </a:xfrm>
        </p:spPr>
        <p:txBody>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9" name="Foliennummernplatzhalter 8"/>
          <p:cNvSpPr>
            <a:spLocks noGrp="1"/>
          </p:cNvSpPr>
          <p:nvPr>
            <p:ph type="sldNum" sz="quarter" idx="11"/>
          </p:nvPr>
        </p:nvSpPr>
        <p:spPr/>
        <p:txBody>
          <a:bodyPr/>
          <a:lstStyle/>
          <a:p>
            <a:fld id="{730FFE64-384B-44F1-B562-E01D9106D3C3}" type="slidenum">
              <a:rPr lang="de-DE" smtClean="0"/>
              <a:pPr/>
              <a:t>‹#›</a:t>
            </a:fld>
            <a:endParaRPr lang="de-DE" dirty="0"/>
          </a:p>
        </p:txBody>
      </p:sp>
      <p:sp>
        <p:nvSpPr>
          <p:cNvPr id="10" name="Titel 9"/>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11" name="Gerade Verbindung 10"/>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2" name="Fußzeilenplatzhalter 1"/>
          <p:cNvSpPr>
            <a:spLocks noGrp="1"/>
          </p:cNvSpPr>
          <p:nvPr>
            <p:ph type="ftr" sz="quarter" idx="12"/>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304773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57200" y="2204864"/>
            <a:ext cx="3178696" cy="3961936"/>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4" name="Inhaltsplatzhalter 3"/>
          <p:cNvSpPr>
            <a:spLocks noGrp="1"/>
          </p:cNvSpPr>
          <p:nvPr>
            <p:ph sz="half" idx="2" hasCustomPrompt="1"/>
          </p:nvPr>
        </p:nvSpPr>
        <p:spPr>
          <a:xfrm>
            <a:off x="3779912" y="1195200"/>
            <a:ext cx="4906888" cy="4970104"/>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9" name="Foliennummernplatzhalter 8"/>
          <p:cNvSpPr>
            <a:spLocks noGrp="1"/>
          </p:cNvSpPr>
          <p:nvPr>
            <p:ph type="sldNum" sz="quarter" idx="11"/>
          </p:nvPr>
        </p:nvSpPr>
        <p:spPr/>
        <p:txBody>
          <a:bodyPr/>
          <a:lstStyle/>
          <a:p>
            <a:fld id="{730FFE64-384B-44F1-B562-E01D9106D3C3}" type="slidenum">
              <a:rPr lang="de-DE" smtClean="0"/>
              <a:pPr/>
              <a:t>‹#›</a:t>
            </a:fld>
            <a:endParaRPr lang="de-DE" dirty="0"/>
          </a:p>
        </p:txBody>
      </p:sp>
      <p:sp>
        <p:nvSpPr>
          <p:cNvPr id="10" name="Titel 9"/>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11" name="Gerade Verbindung 10"/>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12" name="Untertitel 2"/>
          <p:cNvSpPr>
            <a:spLocks noGrp="1"/>
          </p:cNvSpPr>
          <p:nvPr>
            <p:ph type="subTitle" idx="12" hasCustomPrompt="1"/>
          </p:nvPr>
        </p:nvSpPr>
        <p:spPr>
          <a:xfrm>
            <a:off x="457200" y="1196752"/>
            <a:ext cx="3178696" cy="864096"/>
          </a:xfrm>
          <a:prstGeom prst="rect">
            <a:avLst/>
          </a:prstGeom>
        </p:spPr>
        <p:txBody>
          <a:bodyPr anchor="t">
            <a:noAutofit/>
          </a:bodyPr>
          <a:lstStyle>
            <a:lvl1pPr marL="0" indent="0" algn="l">
              <a:spcBef>
                <a:spcPts val="0"/>
              </a:spcBef>
              <a:buNone/>
              <a:defRPr sz="2400" b="1">
                <a:solidFill>
                  <a:srgbClr val="898989"/>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2" name="Fußzeilenplatzhalter 1"/>
          <p:cNvSpPr>
            <a:spLocks noGrp="1"/>
          </p:cNvSpPr>
          <p:nvPr>
            <p:ph type="ftr" sz="quarter" idx="13"/>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613499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57200" y="1196752"/>
            <a:ext cx="3178696" cy="4970048"/>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4" name="Inhaltsplatzhalter 3"/>
          <p:cNvSpPr>
            <a:spLocks noGrp="1"/>
          </p:cNvSpPr>
          <p:nvPr>
            <p:ph sz="half" idx="2" hasCustomPrompt="1"/>
          </p:nvPr>
        </p:nvSpPr>
        <p:spPr>
          <a:xfrm>
            <a:off x="3779912" y="1195200"/>
            <a:ext cx="4906888" cy="4970104"/>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9" name="Foliennummernplatzhalter 8"/>
          <p:cNvSpPr>
            <a:spLocks noGrp="1"/>
          </p:cNvSpPr>
          <p:nvPr>
            <p:ph type="sldNum" sz="quarter" idx="11"/>
          </p:nvPr>
        </p:nvSpPr>
        <p:spPr/>
        <p:txBody>
          <a:bodyPr/>
          <a:lstStyle/>
          <a:p>
            <a:fld id="{730FFE64-384B-44F1-B562-E01D9106D3C3}" type="slidenum">
              <a:rPr lang="de-DE" smtClean="0"/>
              <a:pPr/>
              <a:t>‹#›</a:t>
            </a:fld>
            <a:endParaRPr lang="de-DE" dirty="0"/>
          </a:p>
        </p:txBody>
      </p:sp>
      <p:sp>
        <p:nvSpPr>
          <p:cNvPr id="10" name="Titel 9"/>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11" name="Gerade Verbindung 10"/>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2" name="Fußzeilenplatzhalter 1"/>
          <p:cNvSpPr>
            <a:spLocks noGrp="1"/>
          </p:cNvSpPr>
          <p:nvPr>
            <p:ph type="ftr" sz="quarter" idx="12"/>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4030574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5522504" y="2206800"/>
            <a:ext cx="3178696" cy="3963600"/>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4" name="Inhaltsplatzhalter 3"/>
          <p:cNvSpPr>
            <a:spLocks noGrp="1"/>
          </p:cNvSpPr>
          <p:nvPr>
            <p:ph sz="half" idx="2" hasCustomPrompt="1"/>
          </p:nvPr>
        </p:nvSpPr>
        <p:spPr>
          <a:xfrm>
            <a:off x="461516" y="1196752"/>
            <a:ext cx="4906888" cy="4970104"/>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9" name="Foliennummernplatzhalter 8"/>
          <p:cNvSpPr>
            <a:spLocks noGrp="1"/>
          </p:cNvSpPr>
          <p:nvPr>
            <p:ph type="sldNum" sz="quarter" idx="11"/>
          </p:nvPr>
        </p:nvSpPr>
        <p:spPr/>
        <p:txBody>
          <a:bodyPr/>
          <a:lstStyle/>
          <a:p>
            <a:fld id="{730FFE64-384B-44F1-B562-E01D9106D3C3}" type="slidenum">
              <a:rPr lang="de-DE" smtClean="0"/>
              <a:pPr/>
              <a:t>‹#›</a:t>
            </a:fld>
            <a:endParaRPr lang="de-DE" dirty="0"/>
          </a:p>
        </p:txBody>
      </p:sp>
      <p:sp>
        <p:nvSpPr>
          <p:cNvPr id="10" name="Titel 9"/>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11" name="Gerade Verbindung 10"/>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2" hasCustomPrompt="1"/>
          </p:nvPr>
        </p:nvSpPr>
        <p:spPr>
          <a:xfrm>
            <a:off x="5508625" y="1195200"/>
            <a:ext cx="3167063" cy="864000"/>
          </a:xfrm>
        </p:spPr>
        <p:txBody>
          <a:bodyPr anchor="t">
            <a:normAutofit/>
          </a:bodyPr>
          <a:lstStyle>
            <a:lvl1pPr marL="0" indent="0">
              <a:buNone/>
              <a:defRPr sz="2400" b="1" baseline="0">
                <a:solidFill>
                  <a:srgbClr val="898989"/>
                </a:solidFill>
              </a:defRPr>
            </a:lvl1pPr>
          </a:lstStyle>
          <a:p>
            <a:r>
              <a:rPr lang="de-DE" dirty="0"/>
              <a:t>Click </a:t>
            </a:r>
            <a:r>
              <a:rPr lang="de-DE" dirty="0" err="1"/>
              <a:t>to</a:t>
            </a:r>
            <a:r>
              <a:rPr lang="de-DE" dirty="0"/>
              <a:t> </a:t>
            </a:r>
            <a:r>
              <a:rPr lang="de-DE" dirty="0" err="1"/>
              <a:t>add</a:t>
            </a:r>
            <a:r>
              <a:rPr lang="de-DE" dirty="0"/>
              <a:t> </a:t>
            </a:r>
            <a:r>
              <a:rPr lang="de-DE" dirty="0" err="1"/>
              <a:t>subtitle</a:t>
            </a:r>
            <a:endParaRPr lang="de-DE" dirty="0"/>
          </a:p>
        </p:txBody>
      </p:sp>
      <p:sp>
        <p:nvSpPr>
          <p:cNvPr id="2" name="Fußzeilenplatzhalter 1"/>
          <p:cNvSpPr>
            <a:spLocks noGrp="1"/>
          </p:cNvSpPr>
          <p:nvPr>
            <p:ph type="ftr" sz="quarter" idx="13"/>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214120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5522504" y="1196752"/>
            <a:ext cx="3178696" cy="4970048"/>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4" name="Inhaltsplatzhalter 3"/>
          <p:cNvSpPr>
            <a:spLocks noGrp="1"/>
          </p:cNvSpPr>
          <p:nvPr>
            <p:ph sz="half" idx="2" hasCustomPrompt="1"/>
          </p:nvPr>
        </p:nvSpPr>
        <p:spPr>
          <a:xfrm>
            <a:off x="461516" y="1196752"/>
            <a:ext cx="4906888" cy="4970104"/>
          </a:xfrm>
        </p:spPr>
        <p:txBody>
          <a:bodyPr>
            <a:normAutofit/>
          </a:bodyPr>
          <a:lstStyle>
            <a:lvl1pPr>
              <a:defRPr sz="2000"/>
            </a:lvl1pPr>
            <a:lvl2pPr>
              <a:defRPr sz="1800"/>
            </a:lvl2pPr>
            <a:lvl3pPr>
              <a:defRPr sz="1600"/>
            </a:lvl3pPr>
            <a:lvl4pPr>
              <a:defRPr sz="1400"/>
            </a:lvl4pPr>
            <a:lvl5pPr>
              <a:defRPr sz="1200"/>
            </a:lvl5pPr>
            <a:lvl6pPr>
              <a:defRPr sz="1800"/>
            </a:lvl6pPr>
            <a:lvl7pPr>
              <a:defRPr sz="1800"/>
            </a:lvl7pPr>
            <a:lvl8pPr>
              <a:defRPr sz="1800"/>
            </a:lvl8pPr>
            <a:lvl9pPr>
              <a:defRPr sz="1800"/>
            </a:lvl9p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9" name="Foliennummernplatzhalter 8"/>
          <p:cNvSpPr>
            <a:spLocks noGrp="1"/>
          </p:cNvSpPr>
          <p:nvPr>
            <p:ph type="sldNum" sz="quarter" idx="11"/>
          </p:nvPr>
        </p:nvSpPr>
        <p:spPr/>
        <p:txBody>
          <a:bodyPr/>
          <a:lstStyle/>
          <a:p>
            <a:fld id="{730FFE64-384B-44F1-B562-E01D9106D3C3}" type="slidenum">
              <a:rPr lang="de-DE" smtClean="0"/>
              <a:pPr/>
              <a:t>‹#›</a:t>
            </a:fld>
            <a:endParaRPr lang="de-DE" dirty="0"/>
          </a:p>
        </p:txBody>
      </p:sp>
      <p:sp>
        <p:nvSpPr>
          <p:cNvPr id="10" name="Titel 9"/>
          <p:cNvSpPr>
            <a:spLocks noGrp="1"/>
          </p:cNvSpPr>
          <p:nvPr>
            <p:ph type="title" hasCustomPrompt="1"/>
          </p:nvPr>
        </p:nvSpPr>
        <p:spPr/>
        <p:txBody>
          <a:bodyPr/>
          <a:lstStyle>
            <a:lvl1pPr>
              <a:defRPr/>
            </a:lvl1pPr>
          </a:lstStyle>
          <a:p>
            <a:r>
              <a:rPr lang="de-DE" dirty="0"/>
              <a:t>Click </a:t>
            </a:r>
            <a:r>
              <a:rPr lang="de-DE" dirty="0" err="1"/>
              <a:t>to</a:t>
            </a:r>
            <a:r>
              <a:rPr lang="de-DE" dirty="0"/>
              <a:t> </a:t>
            </a:r>
            <a:r>
              <a:rPr lang="de-DE" dirty="0" err="1"/>
              <a:t>edit</a:t>
            </a:r>
            <a:r>
              <a:rPr lang="de-DE" dirty="0"/>
              <a:t> Master title style</a:t>
            </a:r>
          </a:p>
        </p:txBody>
      </p:sp>
      <p:cxnSp>
        <p:nvCxnSpPr>
          <p:cNvPr id="11" name="Gerade Verbindung 10"/>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2" name="Fußzeilenplatzhalter 1"/>
          <p:cNvSpPr>
            <a:spLocks noGrp="1"/>
          </p:cNvSpPr>
          <p:nvPr>
            <p:ph type="ftr" sz="quarter" idx="12"/>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372554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7" name="Foliennummernplatzhalter 6"/>
          <p:cNvSpPr>
            <a:spLocks noGrp="1"/>
          </p:cNvSpPr>
          <p:nvPr>
            <p:ph type="sldNum" sz="quarter" idx="11"/>
          </p:nvPr>
        </p:nvSpPr>
        <p:spPr/>
        <p:txBody>
          <a:bodyPr/>
          <a:lstStyle/>
          <a:p>
            <a:fld id="{730FFE64-384B-44F1-B562-E01D9106D3C3}" type="slidenum">
              <a:rPr lang="de-DE" smtClean="0"/>
              <a:pPr/>
              <a:t>‹#›</a:t>
            </a:fld>
            <a:endParaRPr lang="de-DE" dirty="0"/>
          </a:p>
        </p:txBody>
      </p:sp>
      <p:sp>
        <p:nvSpPr>
          <p:cNvPr id="9" name="Bildplatzhalter 8"/>
          <p:cNvSpPr>
            <a:spLocks noGrp="1"/>
          </p:cNvSpPr>
          <p:nvPr>
            <p:ph type="pic" sz="quarter" idx="12" hasCustomPrompt="1"/>
          </p:nvPr>
        </p:nvSpPr>
        <p:spPr>
          <a:xfrm>
            <a:off x="468313" y="1195200"/>
            <a:ext cx="8280400" cy="4322032"/>
          </a:xfrm>
        </p:spPr>
        <p:txBody>
          <a:bodyPr/>
          <a:lstStyle>
            <a:lvl1pPr marL="0" indent="0">
              <a:buNone/>
              <a:defRPr/>
            </a:lvl1pPr>
          </a:lstStyle>
          <a:p>
            <a:r>
              <a:rPr lang="de-DE" dirty="0"/>
              <a:t>Click </a:t>
            </a:r>
            <a:r>
              <a:rPr lang="de-DE" dirty="0" err="1"/>
              <a:t>to</a:t>
            </a:r>
            <a:r>
              <a:rPr lang="de-DE" dirty="0"/>
              <a:t> </a:t>
            </a:r>
            <a:r>
              <a:rPr lang="de-DE" dirty="0" err="1"/>
              <a:t>add</a:t>
            </a:r>
            <a:r>
              <a:rPr lang="de-DE" dirty="0"/>
              <a:t> </a:t>
            </a:r>
            <a:r>
              <a:rPr lang="de-DE" dirty="0" err="1"/>
              <a:t>picture</a:t>
            </a:r>
            <a:r>
              <a:rPr lang="de-DE" dirty="0"/>
              <a:t>(s)</a:t>
            </a:r>
          </a:p>
        </p:txBody>
      </p:sp>
      <p:cxnSp>
        <p:nvCxnSpPr>
          <p:cNvPr id="10" name="Gerade Verbindung 9"/>
          <p:cNvCxnSpPr/>
          <p:nvPr userDrawn="1"/>
        </p:nvCxnSpPr>
        <p:spPr>
          <a:xfrm>
            <a:off x="457200" y="1087200"/>
            <a:ext cx="8244000" cy="0"/>
          </a:xfrm>
          <a:prstGeom prst="line">
            <a:avLst/>
          </a:prstGeom>
          <a:ln w="25400">
            <a:solidFill>
              <a:srgbClr val="014A8F"/>
            </a:solidFill>
          </a:ln>
        </p:spPr>
        <p:style>
          <a:lnRef idx="1">
            <a:schemeClr val="accent1"/>
          </a:lnRef>
          <a:fillRef idx="0">
            <a:schemeClr val="accent1"/>
          </a:fillRef>
          <a:effectRef idx="0">
            <a:schemeClr val="accent1"/>
          </a:effectRef>
          <a:fontRef idx="minor">
            <a:schemeClr val="tx1"/>
          </a:fontRef>
        </p:style>
      </p:cxnSp>
      <p:sp>
        <p:nvSpPr>
          <p:cNvPr id="12" name="Textplatzhalter 11"/>
          <p:cNvSpPr>
            <a:spLocks noGrp="1"/>
          </p:cNvSpPr>
          <p:nvPr>
            <p:ph type="body" sz="quarter" idx="13" hasCustomPrompt="1"/>
          </p:nvPr>
        </p:nvSpPr>
        <p:spPr>
          <a:xfrm>
            <a:off x="457200" y="5661248"/>
            <a:ext cx="8291513" cy="504056"/>
          </a:xfrm>
        </p:spPr>
        <p:txBody>
          <a:bodyPr>
            <a:normAutofit/>
          </a:bodyPr>
          <a:lstStyle>
            <a:lvl1pPr marL="0" indent="0">
              <a:buNone/>
              <a:defRPr sz="1800">
                <a:solidFill>
                  <a:srgbClr val="636463"/>
                </a:solidFill>
              </a:defRPr>
            </a:lvl1pPr>
          </a:lstStyle>
          <a:p>
            <a:pPr lvl="0"/>
            <a:r>
              <a:rPr lang="de-DE" dirty="0"/>
              <a:t>Caption</a:t>
            </a:r>
          </a:p>
        </p:txBody>
      </p:sp>
      <p:sp>
        <p:nvSpPr>
          <p:cNvPr id="13" name="Titel 12"/>
          <p:cNvSpPr>
            <a:spLocks noGrp="1"/>
          </p:cNvSpPr>
          <p:nvPr>
            <p:ph type="title" hasCustomPrompt="1"/>
          </p:nvPr>
        </p:nvSpPr>
        <p:spPr/>
        <p:txBody>
          <a:bodyPr/>
          <a:lstStyle>
            <a:lvl1pPr>
              <a:defRPr baseline="0"/>
            </a:lvl1pPr>
          </a:lstStyle>
          <a:p>
            <a:r>
              <a:rPr lang="de-DE" dirty="0"/>
              <a:t>Click </a:t>
            </a:r>
            <a:r>
              <a:rPr lang="de-DE" dirty="0" err="1"/>
              <a:t>to</a:t>
            </a:r>
            <a:r>
              <a:rPr lang="de-DE" dirty="0"/>
              <a:t> </a:t>
            </a:r>
            <a:r>
              <a:rPr lang="de-DE" dirty="0" err="1"/>
              <a:t>edit</a:t>
            </a:r>
            <a:r>
              <a:rPr lang="de-DE" dirty="0"/>
              <a:t> Master title style</a:t>
            </a:r>
          </a:p>
        </p:txBody>
      </p:sp>
      <p:sp>
        <p:nvSpPr>
          <p:cNvPr id="2" name="Fußzeilenplatzhalter 1"/>
          <p:cNvSpPr>
            <a:spLocks noGrp="1"/>
          </p:cNvSpPr>
          <p:nvPr>
            <p:ph type="ftr" sz="quarter" idx="14"/>
          </p:nvPr>
        </p:nvSpPr>
        <p:spPr/>
        <p:txBody>
          <a:bodyPr/>
          <a:lstStyle/>
          <a:p>
            <a:r>
              <a:rPr lang="de-DE" dirty="0"/>
              <a:t>Name </a:t>
            </a:r>
            <a:r>
              <a:rPr lang="de-DE" dirty="0" err="1"/>
              <a:t>of</a:t>
            </a:r>
            <a:r>
              <a:rPr lang="de-DE" dirty="0"/>
              <a:t> </a:t>
            </a:r>
            <a:r>
              <a:rPr lang="de-DE" dirty="0" err="1"/>
              <a:t>speaker</a:t>
            </a:r>
            <a:r>
              <a:rPr lang="de-DE" dirty="0"/>
              <a:t> </a:t>
            </a:r>
            <a:r>
              <a:rPr lang="de-DE" dirty="0" err="1"/>
              <a:t>and</a:t>
            </a:r>
            <a:r>
              <a:rPr lang="de-DE" dirty="0"/>
              <a:t>/</a:t>
            </a:r>
            <a:r>
              <a:rPr lang="de-DE" dirty="0" err="1"/>
              <a:t>or</a:t>
            </a:r>
            <a:r>
              <a:rPr lang="de-DE" dirty="0"/>
              <a:t> </a:t>
            </a:r>
            <a:r>
              <a:rPr lang="de-DE" dirty="0" err="1"/>
              <a:t>topic</a:t>
            </a:r>
            <a:r>
              <a:rPr lang="de-DE" dirty="0"/>
              <a:t> </a:t>
            </a:r>
            <a:r>
              <a:rPr lang="de-DE" dirty="0" err="1"/>
              <a:t>of</a:t>
            </a:r>
            <a:r>
              <a:rPr lang="de-DE" dirty="0"/>
              <a:t> </a:t>
            </a:r>
            <a:r>
              <a:rPr lang="de-DE" dirty="0" err="1"/>
              <a:t>presentation</a:t>
            </a:r>
            <a:r>
              <a:rPr lang="de-DE" dirty="0"/>
              <a:t> etc.</a:t>
            </a:r>
          </a:p>
        </p:txBody>
      </p:sp>
    </p:spTree>
    <p:extLst>
      <p:ext uri="{BB962C8B-B14F-4D97-AF65-F5344CB8AC3E}">
        <p14:creationId xmlns:p14="http://schemas.microsoft.com/office/powerpoint/2010/main" val="114073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sp>
        <p:nvSpPr>
          <p:cNvPr id="6" name="Foliennummernplatzhalter 5"/>
          <p:cNvSpPr>
            <a:spLocks noGrp="1"/>
          </p:cNvSpPr>
          <p:nvPr>
            <p:ph type="sldNum" sz="quarter" idx="11"/>
          </p:nvPr>
        </p:nvSpPr>
        <p:spPr/>
        <p:txBody>
          <a:bodyPr/>
          <a:lstStyle/>
          <a:p>
            <a:fld id="{730FFE64-384B-44F1-B562-E01D9106D3C3}" type="slidenum">
              <a:rPr lang="de-DE" smtClean="0"/>
              <a:pPr/>
              <a:t>‹#›</a:t>
            </a:fld>
            <a:endParaRPr lang="de-DE" dirty="0"/>
          </a:p>
        </p:txBody>
      </p:sp>
      <p:sp>
        <p:nvSpPr>
          <p:cNvPr id="2" name="Fußzeilenplatzhalter 1"/>
          <p:cNvSpPr>
            <a:spLocks noGrp="1"/>
          </p:cNvSpPr>
          <p:nvPr>
            <p:ph type="ftr" sz="quarter" idx="12"/>
          </p:nvPr>
        </p:nvSpPr>
        <p:spPr/>
        <p:txBody>
          <a:bodyPr/>
          <a:lstStyle/>
          <a:p>
            <a:r>
              <a:rPr lang="de-DE"/>
              <a:t>Name of speaker and/or topic of presentation etc.</a:t>
            </a:r>
            <a:endParaRPr lang="de-DE" dirty="0"/>
          </a:p>
        </p:txBody>
      </p:sp>
    </p:spTree>
    <p:extLst>
      <p:ext uri="{BB962C8B-B14F-4D97-AF65-F5344CB8AC3E}">
        <p14:creationId xmlns:p14="http://schemas.microsoft.com/office/powerpoint/2010/main" val="869412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74638"/>
            <a:ext cx="8229600" cy="706090"/>
          </a:xfrm>
          <a:prstGeom prst="rect">
            <a:avLst/>
          </a:prstGeom>
        </p:spPr>
        <p:txBody>
          <a:bodyPr vert="horz" lIns="91440" tIns="45720" rIns="91440" bIns="45720" rtlCol="0" anchor="ctr">
            <a:normAutofit/>
          </a:bodyPr>
          <a:lstStyle/>
          <a:p>
            <a:r>
              <a:rPr lang="de-DE" dirty="0"/>
              <a:t>Click </a:t>
            </a:r>
            <a:r>
              <a:rPr lang="de-DE" dirty="0" err="1"/>
              <a:t>to</a:t>
            </a:r>
            <a:r>
              <a:rPr lang="de-DE" dirty="0"/>
              <a:t> </a:t>
            </a:r>
            <a:r>
              <a:rPr lang="de-DE" dirty="0" err="1"/>
              <a:t>edit</a:t>
            </a:r>
            <a:r>
              <a:rPr lang="de-DE" dirty="0"/>
              <a:t> Master title style</a:t>
            </a:r>
          </a:p>
        </p:txBody>
      </p:sp>
      <p:sp>
        <p:nvSpPr>
          <p:cNvPr id="3" name="Textplatzhalter 2"/>
          <p:cNvSpPr>
            <a:spLocks noGrp="1"/>
          </p:cNvSpPr>
          <p:nvPr>
            <p:ph type="body" idx="1"/>
          </p:nvPr>
        </p:nvSpPr>
        <p:spPr>
          <a:xfrm>
            <a:off x="457200" y="1340768"/>
            <a:ext cx="8229600" cy="4785395"/>
          </a:xfrm>
          <a:prstGeom prst="rect">
            <a:avLst/>
          </a:prstGeom>
        </p:spPr>
        <p:txBody>
          <a:bodyPr vert="horz" lIns="91440" tIns="45720" rIns="91440" bIns="45720" rtlCol="0">
            <a:normAutofit/>
          </a:bodyPr>
          <a:lstStyle/>
          <a:p>
            <a:pPr lvl="0"/>
            <a:r>
              <a:rPr lang="de-DE" dirty="0"/>
              <a:t>Click </a:t>
            </a:r>
            <a:r>
              <a:rPr lang="de-DE" dirty="0" err="1"/>
              <a:t>to</a:t>
            </a:r>
            <a:r>
              <a:rPr lang="de-DE" dirty="0"/>
              <a:t> </a:t>
            </a:r>
            <a:r>
              <a:rPr lang="de-DE" dirty="0" err="1"/>
              <a:t>edit</a:t>
            </a:r>
            <a:r>
              <a:rPr lang="de-DE" dirty="0"/>
              <a:t> Master </a:t>
            </a:r>
            <a:r>
              <a:rPr lang="de-DE" dirty="0" err="1"/>
              <a:t>text</a:t>
            </a:r>
            <a:r>
              <a:rPr lang="de-DE" dirty="0"/>
              <a:t> </a:t>
            </a:r>
            <a:r>
              <a:rPr lang="de-DE" dirty="0" err="1"/>
              <a:t>styles</a:t>
            </a:r>
            <a:endParaRPr lang="de-DE" dirty="0"/>
          </a:p>
          <a:p>
            <a:pPr lvl="1"/>
            <a:r>
              <a:rPr lang="de-DE" dirty="0"/>
              <a:t>Second </a:t>
            </a:r>
            <a:r>
              <a:rPr lang="de-DE" dirty="0" err="1"/>
              <a:t>level</a:t>
            </a:r>
            <a:endParaRPr lang="de-DE" dirty="0"/>
          </a:p>
          <a:p>
            <a:pPr lvl="2"/>
            <a:r>
              <a:rPr lang="de-DE" dirty="0"/>
              <a:t>Third </a:t>
            </a:r>
            <a:r>
              <a:rPr lang="de-DE" dirty="0" err="1"/>
              <a:t>level</a:t>
            </a:r>
            <a:endParaRPr lang="de-DE" dirty="0"/>
          </a:p>
          <a:p>
            <a:pPr lvl="3"/>
            <a:r>
              <a:rPr lang="de-DE" dirty="0" err="1"/>
              <a:t>Fourth</a:t>
            </a:r>
            <a:r>
              <a:rPr lang="de-DE" dirty="0"/>
              <a:t> </a:t>
            </a:r>
            <a:r>
              <a:rPr lang="de-DE" dirty="0" err="1"/>
              <a:t>level</a:t>
            </a:r>
            <a:endParaRPr lang="de-DE" dirty="0"/>
          </a:p>
          <a:p>
            <a:pPr lvl="4"/>
            <a:r>
              <a:rPr lang="de-DE" dirty="0" err="1"/>
              <a:t>Fifth</a:t>
            </a:r>
            <a:r>
              <a:rPr lang="de-DE" dirty="0"/>
              <a:t> </a:t>
            </a:r>
            <a:r>
              <a:rPr lang="de-DE" dirty="0" err="1"/>
              <a:t>level</a:t>
            </a:r>
            <a:endParaRPr lang="de-DE" dirty="0"/>
          </a:p>
        </p:txBody>
      </p:sp>
      <p:sp>
        <p:nvSpPr>
          <p:cNvPr id="8" name="Rechteck 7"/>
          <p:cNvSpPr/>
          <p:nvPr userDrawn="1"/>
        </p:nvSpPr>
        <p:spPr>
          <a:xfrm>
            <a:off x="1" y="6318000"/>
            <a:ext cx="9144000" cy="5400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latin typeface="+mn-lt"/>
            </a:endParaRPr>
          </a:p>
        </p:txBody>
      </p:sp>
      <p:sp>
        <p:nvSpPr>
          <p:cNvPr id="5" name="Fußzeilenplatzhalter 4"/>
          <p:cNvSpPr>
            <a:spLocks noGrp="1"/>
          </p:cNvSpPr>
          <p:nvPr>
            <p:ph type="ftr" sz="quarter" idx="3"/>
          </p:nvPr>
        </p:nvSpPr>
        <p:spPr>
          <a:xfrm>
            <a:off x="4716016" y="6453336"/>
            <a:ext cx="3528392" cy="273600"/>
          </a:xfrm>
          <a:prstGeom prst="rect">
            <a:avLst/>
          </a:prstGeom>
        </p:spPr>
        <p:txBody>
          <a:bodyPr vert="horz" lIns="91440" tIns="45720" rIns="91440" bIns="45720" rtlCol="0" anchor="ctr"/>
          <a:lstStyle>
            <a:lvl1pPr algn="r">
              <a:defRPr sz="1100">
                <a:solidFill>
                  <a:srgbClr val="636463"/>
                </a:solidFill>
                <a:latin typeface="+mj-lt"/>
                <a:cs typeface="Times New Roman" panose="02020603050405020304" pitchFamily="18" charset="0"/>
              </a:defRPr>
            </a:lvl1pPr>
          </a:lstStyle>
          <a:p>
            <a:r>
              <a:rPr lang="de-DE" dirty="0"/>
              <a:t>Name </a:t>
            </a:r>
            <a:r>
              <a:rPr lang="de-DE" dirty="0" err="1"/>
              <a:t>of</a:t>
            </a:r>
            <a:r>
              <a:rPr lang="de-DE" dirty="0"/>
              <a:t> </a:t>
            </a:r>
            <a:r>
              <a:rPr lang="de-DE" dirty="0" err="1"/>
              <a:t>speaker</a:t>
            </a:r>
            <a:r>
              <a:rPr lang="de-DE" dirty="0"/>
              <a:t> </a:t>
            </a:r>
            <a:r>
              <a:rPr lang="de-DE" dirty="0" err="1"/>
              <a:t>and</a:t>
            </a:r>
            <a:r>
              <a:rPr lang="de-DE" dirty="0"/>
              <a:t>/</a:t>
            </a:r>
            <a:r>
              <a:rPr lang="de-DE" dirty="0" err="1"/>
              <a:t>or</a:t>
            </a:r>
            <a:r>
              <a:rPr lang="de-DE" dirty="0"/>
              <a:t> </a:t>
            </a:r>
            <a:r>
              <a:rPr lang="de-DE" dirty="0" err="1"/>
              <a:t>topic</a:t>
            </a:r>
            <a:r>
              <a:rPr lang="de-DE" dirty="0"/>
              <a:t> </a:t>
            </a:r>
            <a:r>
              <a:rPr lang="de-DE" dirty="0" err="1"/>
              <a:t>of</a:t>
            </a:r>
            <a:r>
              <a:rPr lang="de-DE" dirty="0"/>
              <a:t> </a:t>
            </a:r>
            <a:r>
              <a:rPr lang="de-DE" dirty="0" err="1"/>
              <a:t>presentation</a:t>
            </a:r>
            <a:r>
              <a:rPr lang="de-DE" dirty="0"/>
              <a:t> etc.</a:t>
            </a:r>
          </a:p>
        </p:txBody>
      </p:sp>
      <p:sp>
        <p:nvSpPr>
          <p:cNvPr id="6" name="Foliennummernplatzhalter 5"/>
          <p:cNvSpPr>
            <a:spLocks noGrp="1"/>
          </p:cNvSpPr>
          <p:nvPr>
            <p:ph type="sldNum" sz="quarter" idx="4"/>
          </p:nvPr>
        </p:nvSpPr>
        <p:spPr>
          <a:xfrm>
            <a:off x="8316416" y="6457866"/>
            <a:ext cx="376208" cy="273600"/>
          </a:xfrm>
          <a:prstGeom prst="rect">
            <a:avLst/>
          </a:prstGeom>
        </p:spPr>
        <p:txBody>
          <a:bodyPr vert="horz" lIns="46800" tIns="45720" rIns="46800" bIns="45720" rtlCol="0" anchor="ctr"/>
          <a:lstStyle>
            <a:lvl1pPr algn="r">
              <a:defRPr sz="1100">
                <a:solidFill>
                  <a:srgbClr val="636463"/>
                </a:solidFill>
                <a:latin typeface="+mn-lt"/>
                <a:cs typeface="Times New Roman" panose="02020603050405020304" pitchFamily="18" charset="0"/>
              </a:defRPr>
            </a:lvl1pPr>
          </a:lstStyle>
          <a:p>
            <a:fld id="{730FFE64-384B-44F1-B562-E01D9106D3C3}" type="slidenum">
              <a:rPr lang="de-DE" smtClean="0"/>
              <a:pPr/>
              <a:t>‹#›</a:t>
            </a:fld>
            <a:endParaRPr lang="de-DE" dirty="0"/>
          </a:p>
        </p:txBody>
      </p:sp>
      <p:pic>
        <p:nvPicPr>
          <p:cNvPr id="1026" name="Picture 2"/>
          <p:cNvPicPr>
            <a:picLocks noChangeAspect="1" noChangeArrowheads="1"/>
          </p:cNvPicPr>
          <p:nvPr userDrawn="1"/>
        </p:nvPicPr>
        <p:blipFill>
          <a:blip cstate="print">
            <a:extLst>
              <a:ext uri="{28A0092B-C50C-407E-A947-70E740481C1C}">
                <a14:useLocalDpi xmlns:a14="http://schemas.microsoft.com/office/drawing/2010/main" val="0"/>
              </a:ext>
            </a:extLst>
          </a:blip>
          <a:stretch>
            <a:fillRect/>
          </a:stretch>
        </p:blipFill>
        <p:spPr bwMode="auto">
          <a:xfrm>
            <a:off x="111600" y="6354000"/>
            <a:ext cx="476672" cy="476672"/>
          </a:xfrm>
          <a:prstGeom prst="rect">
            <a:avLst/>
          </a:prstGeom>
          <a:noFill/>
          <a:extLst>
            <a:ext uri="{909E8E84-426E-40DD-AFC4-6F175D3DCCD1}">
              <a14:hiddenFill xmlns:a14="http://schemas.microsoft.com/office/drawing/2010/main">
                <a:solidFill>
                  <a:srgbClr val="FFFFFF"/>
                </a:solidFill>
              </a14:hiddenFill>
            </a:ext>
          </a:extLst>
        </p:spPr>
      </p:pic>
      <p:sp>
        <p:nvSpPr>
          <p:cNvPr id="10" name="Fußzeilenplatzhalter 4"/>
          <p:cNvSpPr txBox="1">
            <a:spLocks/>
          </p:cNvSpPr>
          <p:nvPr userDrawn="1"/>
        </p:nvSpPr>
        <p:spPr>
          <a:xfrm>
            <a:off x="611560" y="6325200"/>
            <a:ext cx="4104456" cy="532800"/>
          </a:xfrm>
          <a:prstGeom prst="rect">
            <a:avLst/>
          </a:prstGeom>
        </p:spPr>
        <p:txBody>
          <a:bodyPr vert="horz" lIns="91440" tIns="45720" rIns="91440" bIns="45720" rtlCol="0" anchor="ctr"/>
          <a:lstStyle>
            <a:defPPr>
              <a:defRPr lang="de-DE"/>
            </a:defPPr>
            <a:lvl1pPr marL="0" algn="r" defTabSz="914400" rtl="0" eaLnBrk="1" latinLnBrk="0" hangingPunct="1">
              <a:defRPr sz="1200" kern="1200">
                <a:solidFill>
                  <a:srgbClr val="63646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de-DE" sz="1450" dirty="0">
                <a:latin typeface="Times New Roman" panose="02020603050405020304" pitchFamily="18" charset="0"/>
                <a:cs typeface="Times New Roman" panose="02020603050405020304" pitchFamily="18" charset="0"/>
              </a:rPr>
              <a:t>Max Planck Institute </a:t>
            </a:r>
            <a:r>
              <a:rPr lang="de-DE" sz="1450" dirty="0" err="1">
                <a:latin typeface="Times New Roman" panose="02020603050405020304" pitchFamily="18" charset="0"/>
                <a:cs typeface="Times New Roman" panose="02020603050405020304" pitchFamily="18" charset="0"/>
              </a:rPr>
              <a:t>for</a:t>
            </a:r>
            <a:r>
              <a:rPr lang="de-DE" sz="1450" dirty="0">
                <a:latin typeface="Times New Roman" panose="02020603050405020304" pitchFamily="18" charset="0"/>
                <a:cs typeface="Times New Roman" panose="02020603050405020304" pitchFamily="18" charset="0"/>
              </a:rPr>
              <a:t> Innovation </a:t>
            </a:r>
            <a:r>
              <a:rPr lang="de-DE" sz="1450" dirty="0" err="1">
                <a:latin typeface="Times New Roman" panose="02020603050405020304" pitchFamily="18" charset="0"/>
                <a:cs typeface="Times New Roman" panose="02020603050405020304" pitchFamily="18" charset="0"/>
              </a:rPr>
              <a:t>and</a:t>
            </a:r>
            <a:r>
              <a:rPr lang="de-DE" sz="1450" dirty="0">
                <a:latin typeface="Times New Roman" panose="02020603050405020304" pitchFamily="18" charset="0"/>
                <a:cs typeface="Times New Roman" panose="02020603050405020304" pitchFamily="18" charset="0"/>
              </a:rPr>
              <a:t> </a:t>
            </a:r>
            <a:r>
              <a:rPr lang="de-DE" sz="1450" dirty="0" err="1">
                <a:latin typeface="Times New Roman" panose="02020603050405020304" pitchFamily="18" charset="0"/>
                <a:cs typeface="Times New Roman" panose="02020603050405020304" pitchFamily="18" charset="0"/>
              </a:rPr>
              <a:t>Competition</a:t>
            </a:r>
            <a:endParaRPr lang="de-DE" sz="14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433496"/>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59" r:id="rId3"/>
    <p:sldLayoutId id="2147483652" r:id="rId4"/>
    <p:sldLayoutId id="2147483662" r:id="rId5"/>
    <p:sldLayoutId id="2147483663" r:id="rId6"/>
    <p:sldLayoutId id="2147483665" r:id="rId7"/>
    <p:sldLayoutId id="2147483668" r:id="rId8"/>
    <p:sldLayoutId id="2147483667" r:id="rId9"/>
    <p:sldLayoutId id="2147483654" r:id="rId10"/>
    <p:sldLayoutId id="2147483660" r:id="rId11"/>
  </p:sldLayoutIdLst>
  <p:txStyles>
    <p:titleStyle>
      <a:lvl1pPr algn="l" defTabSz="914400" rtl="0" eaLnBrk="1" latinLnBrk="0" hangingPunct="1">
        <a:spcBef>
          <a:spcPct val="0"/>
        </a:spcBef>
        <a:buNone/>
        <a:defRPr sz="3200" b="1" kern="1200">
          <a:solidFill>
            <a:srgbClr val="014A8F"/>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ntertitel 2"/>
          <p:cNvSpPr>
            <a:spLocks noGrp="1"/>
          </p:cNvSpPr>
          <p:nvPr>
            <p:ph type="subTitle" idx="4294967295"/>
          </p:nvPr>
        </p:nvSpPr>
        <p:spPr>
          <a:xfrm>
            <a:off x="323528" y="4005064"/>
            <a:ext cx="8496944" cy="2628432"/>
          </a:xfrm>
        </p:spPr>
        <p:txBody>
          <a:bodyPr>
            <a:normAutofit/>
          </a:bodyPr>
          <a:lstStyle/>
          <a:p>
            <a:pPr marL="0" indent="0" algn="ctr">
              <a:buNone/>
            </a:pPr>
            <a:r>
              <a:rPr lang="de-DE" sz="2200" dirty="0">
                <a:solidFill>
                  <a:schemeClr val="tx1">
                    <a:lumMod val="95000"/>
                    <a:lumOff val="5000"/>
                  </a:schemeClr>
                </a:solidFill>
                <a:latin typeface="Palatino Linotype" panose="02040502050505030304" pitchFamily="18" charset="0"/>
              </a:rPr>
              <a:t>Chenyuan Liu</a:t>
            </a:r>
            <a:r>
              <a:rPr lang="de-DE" sz="2200" baseline="30000" dirty="0">
                <a:solidFill>
                  <a:schemeClr val="tx1">
                    <a:lumMod val="95000"/>
                    <a:lumOff val="5000"/>
                  </a:schemeClr>
                </a:solidFill>
                <a:latin typeface="Palatino Linotype" panose="02040502050505030304" pitchFamily="18" charset="0"/>
              </a:rPr>
              <a:t>1</a:t>
            </a:r>
            <a:r>
              <a:rPr lang="de-DE" sz="2200" dirty="0">
                <a:solidFill>
                  <a:schemeClr val="tx1">
                    <a:lumMod val="95000"/>
                    <a:lumOff val="5000"/>
                  </a:schemeClr>
                </a:solidFill>
                <a:latin typeface="Palatino Linotype" panose="02040502050505030304" pitchFamily="18" charset="0"/>
              </a:rPr>
              <a:t>, Yi Lu</a:t>
            </a:r>
            <a:r>
              <a:rPr lang="de-DE" sz="2200" baseline="30000" dirty="0">
                <a:solidFill>
                  <a:schemeClr val="tx1">
                    <a:lumMod val="95000"/>
                    <a:lumOff val="5000"/>
                  </a:schemeClr>
                </a:solidFill>
                <a:latin typeface="Palatino Linotype" panose="02040502050505030304" pitchFamily="18" charset="0"/>
              </a:rPr>
              <a:t>1</a:t>
            </a:r>
            <a:r>
              <a:rPr lang="de-DE" sz="2200" dirty="0">
                <a:solidFill>
                  <a:schemeClr val="tx1">
                    <a:lumMod val="95000"/>
                    <a:lumOff val="5000"/>
                  </a:schemeClr>
                </a:solidFill>
                <a:latin typeface="Palatino Linotype" panose="02040502050505030304" pitchFamily="18" charset="0"/>
              </a:rPr>
              <a:t>, Ronghe Sun</a:t>
            </a:r>
            <a:r>
              <a:rPr lang="de-DE" sz="2200" baseline="30000" dirty="0">
                <a:solidFill>
                  <a:schemeClr val="tx1">
                    <a:lumMod val="95000"/>
                    <a:lumOff val="5000"/>
                  </a:schemeClr>
                </a:solidFill>
                <a:latin typeface="Palatino Linotype" panose="02040502050505030304" pitchFamily="18" charset="0"/>
              </a:rPr>
              <a:t>1</a:t>
            </a:r>
            <a:r>
              <a:rPr lang="de-DE" sz="2200" dirty="0">
                <a:solidFill>
                  <a:schemeClr val="tx1">
                    <a:lumMod val="95000"/>
                    <a:lumOff val="5000"/>
                  </a:schemeClr>
                </a:solidFill>
                <a:latin typeface="Palatino Linotype" panose="02040502050505030304" pitchFamily="18" charset="0"/>
              </a:rPr>
              <a:t>, and Wanyu Yang</a:t>
            </a:r>
            <a:r>
              <a:rPr lang="de-DE" sz="2200" baseline="30000" dirty="0">
                <a:solidFill>
                  <a:schemeClr val="tx1">
                    <a:lumMod val="95000"/>
                    <a:lumOff val="5000"/>
                  </a:schemeClr>
                </a:solidFill>
                <a:latin typeface="Palatino Linotype" panose="02040502050505030304" pitchFamily="18" charset="0"/>
              </a:rPr>
              <a:t>2</a:t>
            </a:r>
            <a:endParaRPr lang="de-DE" sz="2200" dirty="0">
              <a:solidFill>
                <a:schemeClr val="tx1">
                  <a:lumMod val="95000"/>
                  <a:lumOff val="5000"/>
                </a:schemeClr>
              </a:solidFill>
              <a:latin typeface="Palatino Linotype" panose="02040502050505030304" pitchFamily="18" charset="0"/>
            </a:endParaRPr>
          </a:p>
          <a:p>
            <a:pPr marL="0" indent="0" algn="ctr">
              <a:buNone/>
            </a:pPr>
            <a:r>
              <a:rPr lang="de-DE" baseline="30000" dirty="0">
                <a:solidFill>
                  <a:schemeClr val="tx1">
                    <a:lumMod val="95000"/>
                    <a:lumOff val="5000"/>
                  </a:schemeClr>
                </a:solidFill>
                <a:latin typeface="Palatino Linotype" panose="02040502050505030304" pitchFamily="18" charset="0"/>
              </a:rPr>
              <a:t>1</a:t>
            </a:r>
            <a:r>
              <a:rPr lang="en-US" b="0" u="none" strike="noStrike" baseline="0" dirty="0">
                <a:latin typeface="TimesNewRomanPS-ItalicMT"/>
              </a:rPr>
              <a:t>Tsinghua University and </a:t>
            </a:r>
            <a:r>
              <a:rPr lang="de-DE" baseline="30000" dirty="0">
                <a:solidFill>
                  <a:schemeClr val="tx1">
                    <a:lumMod val="95000"/>
                    <a:lumOff val="5000"/>
                  </a:schemeClr>
                </a:solidFill>
                <a:latin typeface="Palatino Linotype" panose="02040502050505030304" pitchFamily="18" charset="0"/>
              </a:rPr>
              <a:t>2</a:t>
            </a:r>
            <a:r>
              <a:rPr lang="en-US" b="0" u="none" strike="noStrike" baseline="0" dirty="0" err="1">
                <a:latin typeface="TimesNewRomanPS-ItalicMT"/>
              </a:rPr>
              <a:t>Dongbei</a:t>
            </a:r>
            <a:r>
              <a:rPr lang="en-US" b="0" u="none" strike="noStrike" baseline="0" dirty="0">
                <a:latin typeface="TimesNewRomanPS-ItalicMT"/>
              </a:rPr>
              <a:t> University of Finance and Economics</a:t>
            </a:r>
            <a:endParaRPr lang="de-DE" dirty="0">
              <a:solidFill>
                <a:schemeClr val="tx1">
                  <a:lumMod val="95000"/>
                  <a:lumOff val="5000"/>
                </a:schemeClr>
              </a:solidFill>
              <a:latin typeface="Palatino Linotype" panose="02040502050505030304" pitchFamily="18" charset="0"/>
            </a:endParaRPr>
          </a:p>
          <a:p>
            <a:pPr marL="0" indent="0" algn="ctr">
              <a:buNone/>
            </a:pPr>
            <a:endParaRPr lang="de-DE" sz="2600" dirty="0">
              <a:solidFill>
                <a:schemeClr val="tx1">
                  <a:lumMod val="95000"/>
                  <a:lumOff val="5000"/>
                </a:schemeClr>
              </a:solidFill>
              <a:latin typeface="Palatino Linotype" panose="02040502050505030304" pitchFamily="18" charset="0"/>
            </a:endParaRPr>
          </a:p>
          <a:p>
            <a:pPr marL="0" indent="0" algn="ctr">
              <a:buNone/>
            </a:pPr>
            <a:r>
              <a:rPr lang="de-DE" sz="1800" dirty="0" err="1">
                <a:solidFill>
                  <a:schemeClr val="tx1">
                    <a:lumMod val="50000"/>
                    <a:lumOff val="50000"/>
                  </a:schemeClr>
                </a:solidFill>
                <a:latin typeface="Palatino Linotype" panose="02040502050505030304" pitchFamily="18" charset="0"/>
              </a:rPr>
              <a:t>Discussant</a:t>
            </a:r>
            <a:r>
              <a:rPr lang="de-DE" sz="1800" dirty="0">
                <a:solidFill>
                  <a:schemeClr val="tx1">
                    <a:lumMod val="50000"/>
                    <a:lumOff val="50000"/>
                  </a:schemeClr>
                </a:solidFill>
                <a:latin typeface="Palatino Linotype" panose="02040502050505030304" pitchFamily="18" charset="0"/>
              </a:rPr>
              <a:t>: Lucy Xiaolu Wang</a:t>
            </a:r>
          </a:p>
          <a:p>
            <a:pPr marL="0" indent="0" algn="ctr">
              <a:buNone/>
            </a:pPr>
            <a:endParaRPr lang="de-DE" sz="300" dirty="0">
              <a:solidFill>
                <a:schemeClr val="tx1">
                  <a:lumMod val="50000"/>
                  <a:lumOff val="50000"/>
                </a:schemeClr>
              </a:solidFill>
              <a:latin typeface="Palatino Linotype" panose="02040502050505030304" pitchFamily="18" charset="0"/>
            </a:endParaRPr>
          </a:p>
          <a:p>
            <a:pPr marL="0" indent="0" algn="ctr">
              <a:buNone/>
            </a:pPr>
            <a:r>
              <a:rPr lang="de-DE" sz="1600" dirty="0">
                <a:solidFill>
                  <a:schemeClr val="tx1">
                    <a:lumMod val="50000"/>
                    <a:lumOff val="50000"/>
                  </a:schemeClr>
                </a:solidFill>
                <a:latin typeface="Palatino Linotype" panose="02040502050505030304" pitchFamily="18" charset="0"/>
              </a:rPr>
              <a:t>University of Massachusetts Amherst; MPI - innovation; CCHE</a:t>
            </a:r>
          </a:p>
          <a:p>
            <a:pPr marL="0" indent="0" algn="ctr">
              <a:buNone/>
            </a:pPr>
            <a:endParaRPr lang="de-DE" sz="1600" dirty="0">
              <a:solidFill>
                <a:schemeClr val="tx1">
                  <a:lumMod val="95000"/>
                  <a:lumOff val="5000"/>
                </a:schemeClr>
              </a:solidFill>
              <a:latin typeface="Palatino Linotype" panose="02040502050505030304" pitchFamily="18" charset="0"/>
            </a:endParaRPr>
          </a:p>
          <a:p>
            <a:pPr marL="0" indent="0" algn="ctr">
              <a:buNone/>
            </a:pPr>
            <a:r>
              <a:rPr lang="de-DE" dirty="0">
                <a:solidFill>
                  <a:schemeClr val="accent1">
                    <a:lumMod val="75000"/>
                  </a:schemeClr>
                </a:solidFill>
                <a:latin typeface="Palatino Linotype" panose="02040502050505030304" pitchFamily="18" charset="0"/>
              </a:rPr>
              <a:t>IIOC 2026</a:t>
            </a:r>
          </a:p>
        </p:txBody>
      </p:sp>
      <p:sp>
        <p:nvSpPr>
          <p:cNvPr id="4" name="Rectangle 3">
            <a:extLst>
              <a:ext uri="{FF2B5EF4-FFF2-40B4-BE49-F238E27FC236}">
                <a16:creationId xmlns:a16="http://schemas.microsoft.com/office/drawing/2014/main" id="{6F6053F3-DF4F-E11E-C0F3-9EBD899D88A4}"/>
              </a:ext>
            </a:extLst>
          </p:cNvPr>
          <p:cNvSpPr/>
          <p:nvPr/>
        </p:nvSpPr>
        <p:spPr>
          <a:xfrm>
            <a:off x="0" y="0"/>
            <a:ext cx="4572000" cy="1628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p:cNvSpPr>
            <a:spLocks noGrp="1"/>
          </p:cNvSpPr>
          <p:nvPr>
            <p:ph type="ctrTitle"/>
          </p:nvPr>
        </p:nvSpPr>
        <p:spPr>
          <a:xfrm>
            <a:off x="0" y="1614482"/>
            <a:ext cx="9144000" cy="1786431"/>
          </a:xfrm>
        </p:spPr>
        <p:txBody>
          <a:bodyPr>
            <a:noAutofit/>
          </a:bodyPr>
          <a:lstStyle/>
          <a:p>
            <a:r>
              <a:rPr lang="en-US" sz="3200" dirty="0">
                <a:latin typeface="Palatino Linotype" panose="02040502050505030304" pitchFamily="18" charset="0"/>
              </a:rPr>
              <a:t>Expected Insurance Coverage and Pharmaceutical Innovation: Evidence from China’s National Drug Price Negotiation Policy</a:t>
            </a:r>
            <a:endParaRPr lang="de-DE" sz="3200" dirty="0">
              <a:latin typeface="Palatino Linotype" panose="02040502050505030304" pitchFamily="18" charset="0"/>
            </a:endParaRPr>
          </a:p>
        </p:txBody>
      </p:sp>
    </p:spTree>
    <p:extLst>
      <p:ext uri="{BB962C8B-B14F-4D97-AF65-F5344CB8AC3E}">
        <p14:creationId xmlns:p14="http://schemas.microsoft.com/office/powerpoint/2010/main" val="3849458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latin typeface="Palatino Linotype" panose="02040502050505030304" pitchFamily="18" charset="0"/>
              </a:rPr>
              <a:t>Main message and contribution</a:t>
            </a:r>
          </a:p>
        </p:txBody>
      </p:sp>
      <p:sp>
        <p:nvSpPr>
          <p:cNvPr id="4" name="Text Placeholder 3"/>
          <p:cNvSpPr>
            <a:spLocks noGrp="1"/>
          </p:cNvSpPr>
          <p:nvPr>
            <p:ph type="body" sz="quarter" idx="12"/>
          </p:nvPr>
        </p:nvSpPr>
        <p:spPr>
          <a:xfrm>
            <a:off x="0" y="1327051"/>
            <a:ext cx="9036497" cy="4896544"/>
          </a:xfrm>
        </p:spPr>
        <p:txBody>
          <a:bodyPr>
            <a:normAutofit fontScale="92500"/>
          </a:bodyPr>
          <a:lstStyle/>
          <a:p>
            <a:r>
              <a:rPr lang="en-US" sz="2300" dirty="0">
                <a:latin typeface="Palatino Linotype" charset="0"/>
                <a:ea typeface="Palatino Linotype" charset="0"/>
                <a:cs typeface="Palatino Linotype" charset="0"/>
              </a:rPr>
              <a:t>Research question:</a:t>
            </a:r>
          </a:p>
          <a:p>
            <a:pPr lvl="1">
              <a:buNone/>
            </a:pPr>
            <a:r>
              <a:rPr lang="en-US" sz="2300" dirty="0">
                <a:latin typeface="Palatino Linotype" charset="0"/>
                <a:ea typeface="Palatino Linotype" charset="0"/>
                <a:cs typeface="Palatino Linotype" charset="0"/>
              </a:rPr>
              <a:t>How does combining drug price negotiation with expanded insurance coverage affect (Chinese) pharmaceutical innovation?</a:t>
            </a:r>
          </a:p>
          <a:p>
            <a:endParaRPr lang="en-US" sz="1800" dirty="0">
              <a:latin typeface="Palatino Linotype" charset="0"/>
              <a:ea typeface="Palatino Linotype" charset="0"/>
              <a:cs typeface="Palatino Linotype" charset="0"/>
            </a:endParaRPr>
          </a:p>
          <a:p>
            <a:r>
              <a:rPr lang="en-US" sz="2300" dirty="0">
                <a:latin typeface="Palatino Linotype" charset="0"/>
                <a:ea typeface="Palatino Linotype" charset="0"/>
                <a:cs typeface="Palatino Linotype" charset="0"/>
              </a:rPr>
              <a:t>Approach: stacked DID on drug sales; single-event TWFE DID on clinical trials (drugs vs. vaccines) at the disease level and firm level</a:t>
            </a:r>
          </a:p>
          <a:p>
            <a:pPr lvl="1"/>
            <a:r>
              <a:rPr lang="en-US" sz="2200" dirty="0">
                <a:solidFill>
                  <a:srgbClr val="898989"/>
                </a:solidFill>
                <a:latin typeface="Palatino Linotype" charset="0"/>
                <a:ea typeface="Palatino Linotype" charset="0"/>
                <a:cs typeface="Palatino Linotype" charset="0"/>
              </a:rPr>
              <a:t>Chinese clinical trials+ hospital sales (500+ hosp., 20 cities), 2013-2023</a:t>
            </a:r>
          </a:p>
          <a:p>
            <a:pPr lvl="1"/>
            <a:endParaRPr lang="en-US" sz="1800" dirty="0">
              <a:solidFill>
                <a:srgbClr val="898989"/>
              </a:solidFill>
              <a:latin typeface="Palatino Linotype" charset="0"/>
              <a:ea typeface="Palatino Linotype" charset="0"/>
              <a:cs typeface="Palatino Linotype" charset="0"/>
            </a:endParaRPr>
          </a:p>
          <a:p>
            <a:r>
              <a:rPr lang="en-US" sz="2300" dirty="0">
                <a:latin typeface="Palatino Linotype" charset="0"/>
                <a:ea typeface="Palatino Linotype" charset="0"/>
                <a:cs typeface="Palatino Linotype" charset="0"/>
              </a:rPr>
              <a:t>Results: price negotiation + insurance coverage promotes innovation</a:t>
            </a:r>
          </a:p>
          <a:p>
            <a:pPr lvl="1"/>
            <a:r>
              <a:rPr lang="en-US" sz="1900" dirty="0">
                <a:solidFill>
                  <a:srgbClr val="0070C0"/>
                </a:solidFill>
                <a:latin typeface="Palatino Linotype" charset="0"/>
                <a:ea typeface="Palatino Linotype" charset="0"/>
                <a:cs typeface="Palatino Linotype" charset="0"/>
              </a:rPr>
              <a:t>Prices drop ~50%, revenues rise 187%; clinical trials increase by 0.56/disease/yr, driven by novel Type I drugs; small firm entry &amp; collaboration increase</a:t>
            </a:r>
          </a:p>
          <a:p>
            <a:endParaRPr lang="en-US" sz="1800" dirty="0">
              <a:latin typeface="Palatino Linotype" charset="0"/>
              <a:ea typeface="Palatino Linotype" charset="0"/>
              <a:cs typeface="Palatino Linotype" charset="0"/>
            </a:endParaRPr>
          </a:p>
          <a:p>
            <a:r>
              <a:rPr lang="en-US" sz="2300" dirty="0">
                <a:latin typeface="Palatino Linotype" charset="0"/>
                <a:ea typeface="Palatino Linotype" charset="0"/>
                <a:cs typeface="Palatino Linotype" charset="0"/>
              </a:rPr>
              <a:t>Contribution: a systematic evaluation of the China NDPN policy and finds that price negotiation + market expansion promote innovation</a:t>
            </a:r>
            <a:endParaRPr lang="en-US" dirty="0"/>
          </a:p>
        </p:txBody>
      </p:sp>
      <p:sp>
        <p:nvSpPr>
          <p:cNvPr id="3" name="Rectangle 2">
            <a:extLst>
              <a:ext uri="{FF2B5EF4-FFF2-40B4-BE49-F238E27FC236}">
                <a16:creationId xmlns:a16="http://schemas.microsoft.com/office/drawing/2014/main" id="{CBEADC68-8D11-12FF-73E2-4724A3126492}"/>
              </a:ext>
            </a:extLst>
          </p:cNvPr>
          <p:cNvSpPr/>
          <p:nvPr/>
        </p:nvSpPr>
        <p:spPr>
          <a:xfrm>
            <a:off x="683568" y="6381328"/>
            <a:ext cx="4176464" cy="3600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3197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260648"/>
            <a:ext cx="9073008" cy="706090"/>
          </a:xfrm>
        </p:spPr>
        <p:txBody>
          <a:bodyPr>
            <a:normAutofit/>
          </a:bodyPr>
          <a:lstStyle/>
          <a:p>
            <a:r>
              <a:rPr lang="en-US" sz="3400" dirty="0">
                <a:latin typeface="Palatino Linotype" panose="02040502050505030304" pitchFamily="18" charset="0"/>
              </a:rPr>
              <a:t>1. Identification: control, obs. unit, decomp.</a:t>
            </a:r>
            <a:endParaRPr lang="en-US" sz="3000" i="1" u="sng" dirty="0">
              <a:latin typeface="Palatino Linotype" panose="02040502050505030304" pitchFamily="18" charset="0"/>
            </a:endParaRPr>
          </a:p>
        </p:txBody>
      </p:sp>
      <p:sp>
        <p:nvSpPr>
          <p:cNvPr id="4" name="Text Placeholder 3"/>
          <p:cNvSpPr>
            <a:spLocks noGrp="1"/>
          </p:cNvSpPr>
          <p:nvPr>
            <p:ph type="body" sz="quarter" idx="12"/>
          </p:nvPr>
        </p:nvSpPr>
        <p:spPr>
          <a:xfrm>
            <a:off x="35496" y="1196752"/>
            <a:ext cx="9108504" cy="5589240"/>
          </a:xfrm>
        </p:spPr>
        <p:txBody>
          <a:bodyPr>
            <a:normAutofit fontScale="92500"/>
          </a:bodyPr>
          <a:lstStyle/>
          <a:p>
            <a:r>
              <a:rPr lang="en-US" dirty="0">
                <a:latin typeface="Palatino Linotype" panose="02040502050505030304" pitchFamily="18" charset="0"/>
              </a:rPr>
              <a:t>Q1: How comparable are vaccines to drugs and therapeutic biologics?</a:t>
            </a:r>
          </a:p>
          <a:p>
            <a:pPr lvl="1"/>
            <a:r>
              <a:rPr lang="en-US" dirty="0">
                <a:solidFill>
                  <a:srgbClr val="898989"/>
                </a:solidFill>
                <a:latin typeface="Palatino Linotype" panose="02040502050505030304" pitchFamily="18" charset="0"/>
              </a:rPr>
              <a:t>Vaccines are excluded from NRDL by law, but also differ in overall incentives, market dynamics (routine immunization vs. therapeutic), and other policies (bioequivalent evaluation, central procurement) that affected mainly small molecule drugs</a:t>
            </a:r>
          </a:p>
          <a:p>
            <a:pPr lvl="1"/>
            <a:r>
              <a:rPr lang="en-US" b="1" u="sng" dirty="0">
                <a:solidFill>
                  <a:schemeClr val="accent1"/>
                </a:solidFill>
                <a:latin typeface="Palatino Linotype" panose="02040502050505030304" pitchFamily="18" charset="0"/>
              </a:rPr>
              <a:t>Ideas</a:t>
            </a:r>
            <a:r>
              <a:rPr lang="en-US" dirty="0">
                <a:solidFill>
                  <a:schemeClr val="accent1"/>
                </a:solidFill>
                <a:latin typeface="Palatino Linotype" panose="02040502050505030304" pitchFamily="18" charset="0"/>
              </a:rPr>
              <a:t>: (1) comparison across drug timing groups, or construct disease-exposure-rel. measures; (2) need much richer organizational and portfolio controls for firm analysis</a:t>
            </a:r>
            <a:endParaRPr lang="en-US" sz="1600" dirty="0">
              <a:solidFill>
                <a:schemeClr val="accent1"/>
              </a:solidFill>
              <a:latin typeface="Palatino Linotype" panose="02040502050505030304" pitchFamily="18" charset="0"/>
            </a:endParaRPr>
          </a:p>
          <a:p>
            <a:pPr lvl="1"/>
            <a:endParaRPr lang="en-US" sz="1100" dirty="0">
              <a:latin typeface="Palatino Linotype" panose="02040502050505030304" pitchFamily="18" charset="0"/>
            </a:endParaRPr>
          </a:p>
          <a:p>
            <a:r>
              <a:rPr lang="en-US" dirty="0">
                <a:latin typeface="Palatino Linotype" panose="02040502050505030304" pitchFamily="18" charset="0"/>
              </a:rPr>
              <a:t>Q2: Observational unit and innovation analysis specification</a:t>
            </a:r>
          </a:p>
          <a:p>
            <a:pPr lvl="1"/>
            <a:r>
              <a:rPr lang="en-US" dirty="0">
                <a:solidFill>
                  <a:srgbClr val="898989"/>
                </a:solidFill>
                <a:latin typeface="Palatino Linotype" panose="02040502050505030304" pitchFamily="18" charset="0"/>
              </a:rPr>
              <a:t>6,962 diseases at ICD-10 3-char. level -&gt; extreme sparsity (mean 0.18); innovation uses TWFE with asymmetric window (3 pre, 2 post), not stacked DID like revenue</a:t>
            </a:r>
            <a:endParaRPr lang="en-US" sz="1600" dirty="0">
              <a:solidFill>
                <a:srgbClr val="898989"/>
              </a:solidFill>
              <a:highlight>
                <a:srgbClr val="FFFF00"/>
              </a:highlight>
              <a:latin typeface="Palatino Linotype" panose="02040502050505030304" pitchFamily="18" charset="0"/>
            </a:endParaRPr>
          </a:p>
          <a:p>
            <a:pPr lvl="1"/>
            <a:r>
              <a:rPr lang="en-US" b="1" u="sng" dirty="0">
                <a:solidFill>
                  <a:schemeClr val="accent1"/>
                </a:solidFill>
                <a:latin typeface="Palatino Linotype" panose="02040502050505030304" pitchFamily="18" charset="0"/>
              </a:rPr>
              <a:t>Ideas</a:t>
            </a:r>
            <a:r>
              <a:rPr lang="en-US" dirty="0">
                <a:solidFill>
                  <a:schemeClr val="accent1"/>
                </a:solidFill>
                <a:latin typeface="Palatino Linotype" panose="02040502050505030304" pitchFamily="18" charset="0"/>
              </a:rPr>
              <a:t>: (1) coarser disease level and extend post-window (Miller 2023 JEP: min. 3 pre &amp; post); (2) pre-trend tests (some underpowered) and robustness w not-yet-treated as control; (3) revenue analysis: optimal reweighting for stacked DID (Wing et al. 2024)</a:t>
            </a:r>
            <a:endParaRPr lang="en-US" sz="1600" dirty="0">
              <a:solidFill>
                <a:schemeClr val="accent1"/>
              </a:solidFill>
              <a:highlight>
                <a:srgbClr val="FFFF00"/>
              </a:highlight>
              <a:latin typeface="Palatino Linotype" panose="02040502050505030304" pitchFamily="18" charset="0"/>
            </a:endParaRPr>
          </a:p>
          <a:p>
            <a:pPr lvl="1"/>
            <a:endParaRPr lang="en-US" sz="1100" dirty="0">
              <a:latin typeface="Palatino Linotype" panose="02040502050505030304" pitchFamily="18" charset="0"/>
            </a:endParaRPr>
          </a:p>
          <a:p>
            <a:r>
              <a:rPr lang="en-US" dirty="0">
                <a:latin typeface="Palatino Linotype" panose="02040502050505030304" pitchFamily="18" charset="0"/>
              </a:rPr>
              <a:t>Q3: How to disentangle price negotiation from insurance coverage?</a:t>
            </a:r>
          </a:p>
          <a:p>
            <a:pPr lvl="1"/>
            <a:r>
              <a:rPr lang="en-US" dirty="0">
                <a:solidFill>
                  <a:srgbClr val="898989"/>
                </a:solidFill>
                <a:latin typeface="Palatino Linotype" panose="02040502050505030304" pitchFamily="18" charset="0"/>
              </a:rPr>
              <a:t>DID est. combined effect of price cuts and NRDL inclusion, which matters more?</a:t>
            </a:r>
            <a:endParaRPr lang="en-US" sz="1600" dirty="0">
              <a:solidFill>
                <a:srgbClr val="898989"/>
              </a:solidFill>
              <a:latin typeface="Palatino Linotype" panose="02040502050505030304" pitchFamily="18" charset="0"/>
            </a:endParaRPr>
          </a:p>
          <a:p>
            <a:pPr lvl="1"/>
            <a:r>
              <a:rPr lang="en-US" b="1" u="sng" dirty="0">
                <a:solidFill>
                  <a:schemeClr val="accent1"/>
                </a:solidFill>
                <a:latin typeface="Palatino Linotype" panose="02040502050505030304" pitchFamily="18" charset="0"/>
              </a:rPr>
              <a:t>Ideas</a:t>
            </a:r>
            <a:r>
              <a:rPr lang="en-US" dirty="0">
                <a:solidFill>
                  <a:schemeClr val="accent1"/>
                </a:solidFill>
                <a:latin typeface="Palatino Linotype" panose="02040502050505030304" pitchFamily="18" charset="0"/>
              </a:rPr>
              <a:t>: (1) exploit provincial coinsurance rate variation; (2) compare diseases with different NRDL exposure timing</a:t>
            </a:r>
            <a:endParaRPr lang="en-US" sz="1600" dirty="0">
              <a:solidFill>
                <a:schemeClr val="accent1"/>
              </a:solidFill>
              <a:latin typeface="Palatino Linotype" panose="02040502050505030304" pitchFamily="18" charset="0"/>
            </a:endParaRPr>
          </a:p>
        </p:txBody>
      </p:sp>
      <p:sp>
        <p:nvSpPr>
          <p:cNvPr id="3" name="Rectangle 2">
            <a:extLst>
              <a:ext uri="{FF2B5EF4-FFF2-40B4-BE49-F238E27FC236}">
                <a16:creationId xmlns:a16="http://schemas.microsoft.com/office/drawing/2014/main" id="{FDA8DC14-4DBA-0215-4CE0-73617E845F58}"/>
              </a:ext>
            </a:extLst>
          </p:cNvPr>
          <p:cNvSpPr/>
          <p:nvPr/>
        </p:nvSpPr>
        <p:spPr>
          <a:xfrm>
            <a:off x="683568" y="6381328"/>
            <a:ext cx="4176464" cy="3600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394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9036496" cy="706090"/>
          </a:xfrm>
        </p:spPr>
        <p:txBody>
          <a:bodyPr>
            <a:normAutofit fontScale="90000"/>
          </a:bodyPr>
          <a:lstStyle/>
          <a:p>
            <a:r>
              <a:rPr lang="en-US" sz="3400" dirty="0">
                <a:latin typeface="Palatino Linotype" panose="02040502050505030304" pitchFamily="18" charset="0"/>
              </a:rPr>
              <a:t>2. Measures, classification, &amp; firm-level analysis</a:t>
            </a:r>
            <a:endParaRPr lang="en-US" sz="3000" i="1" u="sng" dirty="0">
              <a:latin typeface="Palatino Linotype" panose="02040502050505030304" pitchFamily="18" charset="0"/>
            </a:endParaRPr>
          </a:p>
        </p:txBody>
      </p:sp>
      <p:sp>
        <p:nvSpPr>
          <p:cNvPr id="4" name="Text Placeholder 3"/>
          <p:cNvSpPr>
            <a:spLocks noGrp="1"/>
          </p:cNvSpPr>
          <p:nvPr>
            <p:ph type="body" sz="quarter" idx="12"/>
          </p:nvPr>
        </p:nvSpPr>
        <p:spPr>
          <a:xfrm>
            <a:off x="148270" y="1321718"/>
            <a:ext cx="8847459" cy="5059610"/>
          </a:xfrm>
        </p:spPr>
        <p:txBody>
          <a:bodyPr>
            <a:normAutofit/>
          </a:bodyPr>
          <a:lstStyle/>
          <a:p>
            <a:r>
              <a:rPr lang="en-US" dirty="0">
                <a:latin typeface="Palatino Linotype" panose="02040502050505030304" pitchFamily="18" charset="0"/>
              </a:rPr>
              <a:t>Q1: Why not try ATC-year-level analysis instead of disease-year-level?</a:t>
            </a:r>
          </a:p>
          <a:p>
            <a:pPr lvl="1"/>
            <a:r>
              <a:rPr lang="en-US" dirty="0">
                <a:solidFill>
                  <a:srgbClr val="898989"/>
                </a:solidFill>
                <a:latin typeface="Palatino Linotype" panose="02040502050505030304" pitchFamily="18" charset="0"/>
              </a:rPr>
              <a:t>Paper uses ATC-4 codes to remove substitutes (p.7, Dubois &amp; Lasio 2018) but claims insufficient ATC for main analysis (p.11); disease level has m-n mapping problems (drug can have many indications, off-label use, </a:t>
            </a:r>
            <a:r>
              <a:rPr lang="en-US" i="1" dirty="0">
                <a:solidFill>
                  <a:srgbClr val="898989"/>
                </a:solidFill>
                <a:latin typeface="Palatino Linotype" panose="02040502050505030304" pitchFamily="18" charset="0"/>
              </a:rPr>
              <a:t>vice versa</a:t>
            </a:r>
            <a:r>
              <a:rPr lang="en-US" dirty="0">
                <a:solidFill>
                  <a:srgbClr val="898989"/>
                </a:solidFill>
                <a:latin typeface="Palatino Linotype" panose="02040502050505030304" pitchFamily="18" charset="0"/>
              </a:rPr>
              <a:t>)</a:t>
            </a:r>
            <a:endParaRPr lang="en-US" sz="1600" dirty="0">
              <a:solidFill>
                <a:srgbClr val="898989"/>
              </a:solidFill>
              <a:latin typeface="Palatino Linotype" panose="02040502050505030304" pitchFamily="18" charset="0"/>
            </a:endParaRPr>
          </a:p>
          <a:p>
            <a:pPr lvl="1"/>
            <a:r>
              <a:rPr lang="en-US" b="1" u="sng" dirty="0">
                <a:solidFill>
                  <a:schemeClr val="accent1"/>
                </a:solidFill>
                <a:latin typeface="Palatino Linotype" panose="02040502050505030304" pitchFamily="18" charset="0"/>
              </a:rPr>
              <a:t>Ideas</a:t>
            </a:r>
            <a:r>
              <a:rPr lang="en-US" dirty="0">
                <a:solidFill>
                  <a:schemeClr val="accent1"/>
                </a:solidFill>
                <a:latin typeface="Palatino Linotype" panose="02040502050505030304" pitchFamily="18" charset="0"/>
              </a:rPr>
              <a:t>: (1) report ATC missing rate and whether missing is systematic, and subsample robustness check using trials with non-missing ATC codes; (2) construct some ATC counterpart (or reconstruction based on clinical info)</a:t>
            </a:r>
            <a:endParaRPr lang="en-US" sz="1700" dirty="0">
              <a:solidFill>
                <a:schemeClr val="accent1"/>
              </a:solidFill>
              <a:latin typeface="Palatino Linotype" panose="02040502050505030304" pitchFamily="18" charset="0"/>
            </a:endParaRPr>
          </a:p>
          <a:p>
            <a:pPr lvl="1"/>
            <a:endParaRPr lang="en-US" dirty="0">
              <a:latin typeface="Palatino Linotype" panose="02040502050505030304" pitchFamily="18" charset="0"/>
            </a:endParaRPr>
          </a:p>
          <a:p>
            <a:r>
              <a:rPr lang="en-US" dirty="0">
                <a:latin typeface="Palatino Linotype" panose="02040502050505030304" pitchFamily="18" charset="0"/>
              </a:rPr>
              <a:t>Q2: Firm classification &amp; firm-level analysis needs deepening</a:t>
            </a:r>
          </a:p>
          <a:p>
            <a:pPr lvl="1"/>
            <a:r>
              <a:rPr lang="en-US" dirty="0">
                <a:solidFill>
                  <a:srgbClr val="898989"/>
                </a:solidFill>
                <a:latin typeface="Palatino Linotype" panose="02040502050505030304" pitchFamily="18" charset="0"/>
              </a:rPr>
              <a:t>“Disease-by-group” as “research field” isn’t standard in the lit.; collaboration </a:t>
            </a:r>
            <a:r>
              <a:rPr lang="en-US" dirty="0" err="1">
                <a:solidFill>
                  <a:srgbClr val="898989"/>
                </a:solidFill>
                <a:latin typeface="Palatino Linotype" panose="02040502050505030304" pitchFamily="18" charset="0"/>
              </a:rPr>
              <a:t>defn</a:t>
            </a:r>
            <a:r>
              <a:rPr lang="en-US" dirty="0">
                <a:solidFill>
                  <a:srgbClr val="898989"/>
                </a:solidFill>
                <a:latin typeface="Palatino Linotype" panose="02040502050505030304" pitchFamily="18" charset="0"/>
              </a:rPr>
              <a:t> worth refining; firm type (CDMO/CRO vs. originator) may contaminate domestic innovation narrative; no portfolio controls (patents, exp., scope)</a:t>
            </a:r>
            <a:endParaRPr lang="en-US" sz="1600" dirty="0">
              <a:solidFill>
                <a:srgbClr val="898989"/>
              </a:solidFill>
              <a:latin typeface="Palatino Linotype" panose="02040502050505030304" pitchFamily="18" charset="0"/>
            </a:endParaRPr>
          </a:p>
          <a:p>
            <a:pPr lvl="1"/>
            <a:r>
              <a:rPr lang="en-US" b="1" u="sng" dirty="0">
                <a:solidFill>
                  <a:schemeClr val="accent1"/>
                </a:solidFill>
                <a:latin typeface="Palatino Linotype" panose="02040502050505030304" pitchFamily="18" charset="0"/>
              </a:rPr>
              <a:t>Ideas</a:t>
            </a:r>
            <a:r>
              <a:rPr lang="en-US" dirty="0">
                <a:solidFill>
                  <a:schemeClr val="accent1"/>
                </a:solidFill>
                <a:latin typeface="Palatino Linotype" panose="02040502050505030304" pitchFamily="18" charset="0"/>
              </a:rPr>
              <a:t>: (1) define research fields by distinct ATC codes in a trial (can vary by phase); (2) separate CDMO/CRO from originators, more firm-level controls; (3) # unique ATCs can be used for a pivot analysis </a:t>
            </a:r>
            <a:r>
              <a:rPr lang="en-US" sz="1700" dirty="0">
                <a:solidFill>
                  <a:schemeClr val="accent1"/>
                </a:solidFill>
                <a:latin typeface="Palatino Linotype" panose="02040502050505030304" pitchFamily="18" charset="0"/>
              </a:rPr>
              <a:t>(e.g., Jungbauer et al. 2026)</a:t>
            </a:r>
          </a:p>
        </p:txBody>
      </p:sp>
      <p:sp>
        <p:nvSpPr>
          <p:cNvPr id="3" name="Rectangle 2">
            <a:extLst>
              <a:ext uri="{FF2B5EF4-FFF2-40B4-BE49-F238E27FC236}">
                <a16:creationId xmlns:a16="http://schemas.microsoft.com/office/drawing/2014/main" id="{FDA8DC14-4DBA-0215-4CE0-73617E845F58}"/>
              </a:ext>
            </a:extLst>
          </p:cNvPr>
          <p:cNvSpPr/>
          <p:nvPr/>
        </p:nvSpPr>
        <p:spPr>
          <a:xfrm>
            <a:off x="683568" y="6381328"/>
            <a:ext cx="4176464" cy="3600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394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latin typeface="Palatino Linotype" panose="02040502050505030304" pitchFamily="18" charset="0"/>
              </a:rPr>
              <a:t>Minor suggestions</a:t>
            </a:r>
          </a:p>
        </p:txBody>
      </p:sp>
      <p:sp>
        <p:nvSpPr>
          <p:cNvPr id="4" name="Text Placeholder 3"/>
          <p:cNvSpPr>
            <a:spLocks noGrp="1"/>
          </p:cNvSpPr>
          <p:nvPr>
            <p:ph type="body" sz="quarter" idx="12"/>
          </p:nvPr>
        </p:nvSpPr>
        <p:spPr>
          <a:xfrm>
            <a:off x="36511" y="1170924"/>
            <a:ext cx="9144001" cy="5210404"/>
          </a:xfrm>
        </p:spPr>
        <p:txBody>
          <a:bodyPr>
            <a:normAutofit fontScale="85000" lnSpcReduction="10000"/>
          </a:bodyPr>
          <a:lstStyle/>
          <a:p>
            <a:r>
              <a:rPr lang="en-US" sz="2200" dirty="0">
                <a:latin typeface="Palatino Linotype" panose="02040502050505030304" pitchFamily="18" charset="0"/>
              </a:rPr>
              <a:t>New entry result is cool but also feels “too good” given the fixed costs</a:t>
            </a:r>
          </a:p>
          <a:p>
            <a:pPr lvl="1"/>
            <a:r>
              <a:rPr lang="en-US" dirty="0">
                <a:solidFill>
                  <a:schemeClr val="bg1">
                    <a:lumMod val="50000"/>
                  </a:schemeClr>
                </a:solidFill>
                <a:latin typeface="Palatino Linotype" panose="02040502050505030304" pitchFamily="18" charset="0"/>
              </a:rPr>
              <a:t>Does the result purely reflect a natural pull with expanded market size, or also w push factors? </a:t>
            </a:r>
          </a:p>
          <a:p>
            <a:endParaRPr lang="en-US" sz="1600" dirty="0">
              <a:highlight>
                <a:srgbClr val="FFFF00"/>
              </a:highlight>
              <a:latin typeface="Palatino Linotype" panose="02040502050505030304" pitchFamily="18" charset="0"/>
            </a:endParaRPr>
          </a:p>
          <a:p>
            <a:r>
              <a:rPr lang="en-US" sz="2200" dirty="0">
                <a:latin typeface="Palatino Linotype" panose="02040502050505030304" pitchFamily="18" charset="0"/>
              </a:rPr>
              <a:t>More results using Poisson specification or a stacked Poisson analysis</a:t>
            </a:r>
          </a:p>
          <a:p>
            <a:pPr lvl="1"/>
            <a:r>
              <a:rPr lang="en-US" dirty="0">
                <a:solidFill>
                  <a:schemeClr val="bg1">
                    <a:lumMod val="50000"/>
                  </a:schemeClr>
                </a:solidFill>
                <a:latin typeface="Palatino Linotype" panose="02040502050505030304" pitchFamily="18" charset="0"/>
              </a:rPr>
              <a:t>Existing 3 Poisson estimates aren’t very consistent with main results (Type I est. no longer sig.)</a:t>
            </a:r>
          </a:p>
          <a:p>
            <a:endParaRPr lang="en-US" sz="1600" dirty="0">
              <a:highlight>
                <a:srgbClr val="FFFF00"/>
              </a:highlight>
              <a:latin typeface="Palatino Linotype" panose="02040502050505030304" pitchFamily="18" charset="0"/>
            </a:endParaRPr>
          </a:p>
          <a:p>
            <a:r>
              <a:rPr lang="en-US" sz="2200" dirty="0">
                <a:latin typeface="Palatino Linotype" panose="02040502050505030304" pitchFamily="18" charset="0"/>
              </a:rPr>
              <a:t>First-in-China vs. first-in-world distinction matters for innovation interpretation</a:t>
            </a:r>
          </a:p>
          <a:p>
            <a:pPr lvl="1"/>
            <a:r>
              <a:rPr lang="en-US" dirty="0">
                <a:solidFill>
                  <a:schemeClr val="bg1">
                    <a:lumMod val="50000"/>
                  </a:schemeClr>
                </a:solidFill>
                <a:latin typeface="Palatino Linotype" panose="02040502050505030304" pitchFamily="18" charset="0"/>
              </a:rPr>
              <a:t>This analysis can complement that for Type I drugs and firm origin analysis </a:t>
            </a:r>
          </a:p>
          <a:p>
            <a:endParaRPr lang="en-US" sz="1600" dirty="0">
              <a:highlight>
                <a:srgbClr val="FFFF00"/>
              </a:highlight>
              <a:latin typeface="Palatino Linotype" panose="02040502050505030304" pitchFamily="18" charset="0"/>
            </a:endParaRPr>
          </a:p>
          <a:p>
            <a:r>
              <a:rPr lang="en-US" sz="2200" dirty="0">
                <a:latin typeface="Palatino Linotype" panose="02040502050505030304" pitchFamily="18" charset="0"/>
              </a:rPr>
              <a:t>Welfare analysis: incorporate government expenditure in back-of-envelope calc.?</a:t>
            </a:r>
          </a:p>
          <a:p>
            <a:pPr lvl="1"/>
            <a:r>
              <a:rPr lang="en-US" dirty="0">
                <a:solidFill>
                  <a:schemeClr val="bg1">
                    <a:lumMod val="50000"/>
                  </a:schemeClr>
                </a:solidFill>
                <a:latin typeface="Palatino Linotype" panose="02040502050505030304" pitchFamily="18" charset="0"/>
              </a:rPr>
              <a:t>Potential future project: what’s the further downstream health impact? Fiscally sustainable?</a:t>
            </a:r>
          </a:p>
          <a:p>
            <a:endParaRPr lang="en-US" sz="1600" dirty="0">
              <a:latin typeface="Palatino Linotype" panose="02040502050505030304" pitchFamily="18" charset="0"/>
            </a:endParaRPr>
          </a:p>
          <a:p>
            <a:r>
              <a:rPr lang="en-US" sz="2200" dirty="0">
                <a:latin typeface="Palatino Linotype" panose="02040502050505030304" pitchFamily="18" charset="0"/>
              </a:rPr>
              <a:t>Check accuracy of cited literature framing</a:t>
            </a:r>
          </a:p>
          <a:p>
            <a:pPr lvl="1"/>
            <a:r>
              <a:rPr lang="en-US" dirty="0">
                <a:solidFill>
                  <a:schemeClr val="bg1">
                    <a:lumMod val="50000"/>
                  </a:schemeClr>
                </a:solidFill>
                <a:latin typeface="Palatino Linotype" panose="02040502050505030304" pitchFamily="18" charset="0"/>
              </a:rPr>
              <a:t>E.g., Agha et al. (2022) on insurance design; Dix &amp; Lensman (2025) on cancer drug cocktails</a:t>
            </a:r>
          </a:p>
          <a:p>
            <a:endParaRPr lang="en-US" sz="1600" dirty="0">
              <a:latin typeface="Palatino Linotype" panose="02040502050505030304" pitchFamily="18" charset="0"/>
            </a:endParaRPr>
          </a:p>
          <a:p>
            <a:r>
              <a:rPr lang="en-US" sz="2200" dirty="0">
                <a:latin typeface="Palatino Linotype" panose="02040502050505030304" pitchFamily="18" charset="0"/>
              </a:rPr>
              <a:t>Appendix could be condensed with more compact and salient comparison</a:t>
            </a:r>
          </a:p>
          <a:p>
            <a:pPr lvl="1"/>
            <a:r>
              <a:rPr lang="en-US" dirty="0">
                <a:solidFill>
                  <a:schemeClr val="bg1">
                    <a:lumMod val="50000"/>
                  </a:schemeClr>
                </a:solidFill>
                <a:latin typeface="Palatino Linotype" panose="02040502050505030304" pitchFamily="18" charset="0"/>
              </a:rPr>
              <a:t>Currently have many figures and tables that can be combined to improve readability/clarity</a:t>
            </a:r>
          </a:p>
        </p:txBody>
      </p:sp>
      <p:sp>
        <p:nvSpPr>
          <p:cNvPr id="3" name="Rectangle 2">
            <a:extLst>
              <a:ext uri="{FF2B5EF4-FFF2-40B4-BE49-F238E27FC236}">
                <a16:creationId xmlns:a16="http://schemas.microsoft.com/office/drawing/2014/main" id="{9CE743F0-E413-7408-FBB9-3FA8B0499A58}"/>
              </a:ext>
            </a:extLst>
          </p:cNvPr>
          <p:cNvSpPr/>
          <p:nvPr/>
        </p:nvSpPr>
        <p:spPr>
          <a:xfrm>
            <a:off x="683568" y="6381328"/>
            <a:ext cx="4176464" cy="3600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0545123"/>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latin typeface="Palatino Linotype" panose="02040502050505030304" pitchFamily="18" charset="0"/>
              </a:rPr>
              <a:t>Final thoughts</a:t>
            </a:r>
          </a:p>
        </p:txBody>
      </p:sp>
      <p:sp>
        <p:nvSpPr>
          <p:cNvPr id="4" name="Text Placeholder 3"/>
          <p:cNvSpPr>
            <a:spLocks noGrp="1"/>
          </p:cNvSpPr>
          <p:nvPr>
            <p:ph type="body" sz="quarter" idx="12"/>
          </p:nvPr>
        </p:nvSpPr>
        <p:spPr>
          <a:xfrm>
            <a:off x="328861" y="1556792"/>
            <a:ext cx="8568952" cy="4489640"/>
          </a:xfrm>
        </p:spPr>
        <p:txBody>
          <a:bodyPr>
            <a:normAutofit/>
          </a:bodyPr>
          <a:lstStyle/>
          <a:p>
            <a:r>
              <a:rPr lang="en-US" sz="2300" dirty="0">
                <a:latin typeface="Palatino Linotype" panose="02040502050505030304" pitchFamily="18" charset="0"/>
              </a:rPr>
              <a:t>Very interesting and very timely topic</a:t>
            </a:r>
          </a:p>
          <a:p>
            <a:endParaRPr lang="en-US" sz="1800" dirty="0">
              <a:latin typeface="Palatino Linotype" panose="02040502050505030304" pitchFamily="18" charset="0"/>
            </a:endParaRPr>
          </a:p>
          <a:p>
            <a:r>
              <a:rPr lang="en-US" sz="2300" dirty="0">
                <a:latin typeface="Palatino Linotype" panose="02040502050505030304" pitchFamily="18" charset="0"/>
              </a:rPr>
              <a:t>Key takeaway: drug price negotiation paired with expanded insurance coverage can promote innovation when market expansion more than compensates for price reductions</a:t>
            </a:r>
          </a:p>
          <a:p>
            <a:endParaRPr lang="en-US" sz="1800" dirty="0">
              <a:latin typeface="Palatino Linotype" panose="02040502050505030304" pitchFamily="18" charset="0"/>
            </a:endParaRPr>
          </a:p>
          <a:p>
            <a:r>
              <a:rPr lang="en-US" sz="2300" dirty="0">
                <a:latin typeface="Palatino Linotype" panose="02040502050505030304" pitchFamily="18" charset="0"/>
              </a:rPr>
              <a:t>Main thoughts: strengthen identification (new control group, disentangle channels); consider ATC-level analysis as robustness; deepen firm-level analysis with portfolio controls</a:t>
            </a:r>
            <a:endParaRPr lang="en-US" sz="2300" dirty="0">
              <a:highlight>
                <a:srgbClr val="FFFF00"/>
              </a:highlight>
              <a:latin typeface="Palatino Linotype" panose="02040502050505030304" pitchFamily="18" charset="0"/>
            </a:endParaRPr>
          </a:p>
          <a:p>
            <a:endParaRPr lang="en-US" sz="1800" dirty="0">
              <a:latin typeface="Palatino Linotype" panose="02040502050505030304" pitchFamily="18" charset="0"/>
            </a:endParaRPr>
          </a:p>
          <a:p>
            <a:r>
              <a:rPr lang="en-US" sz="2300" dirty="0">
                <a:latin typeface="Palatino Linotype" panose="02040502050505030304" pitchFamily="18" charset="0"/>
              </a:rPr>
              <a:t>Looking forward to a newer version!</a:t>
            </a:r>
          </a:p>
        </p:txBody>
      </p:sp>
      <p:sp>
        <p:nvSpPr>
          <p:cNvPr id="3" name="Rectangle 2">
            <a:extLst>
              <a:ext uri="{FF2B5EF4-FFF2-40B4-BE49-F238E27FC236}">
                <a16:creationId xmlns:a16="http://schemas.microsoft.com/office/drawing/2014/main" id="{B3531602-8030-4DD0-DE33-7FC11C87B2E3}"/>
              </a:ext>
            </a:extLst>
          </p:cNvPr>
          <p:cNvSpPr/>
          <p:nvPr/>
        </p:nvSpPr>
        <p:spPr>
          <a:xfrm>
            <a:off x="683568" y="6381328"/>
            <a:ext cx="4176464" cy="36004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84596098"/>
      </p:ext>
    </p:extLst>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TotalTime>
  <Words>874</Words>
  <Application>Microsoft Macintosh PowerPoint</Application>
  <PresentationFormat>On-screen Show (4:3)</PresentationFormat>
  <Paragraphs>66</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TimesNewRomanPS-ItalicMT</vt:lpstr>
      <vt:lpstr>Arial</vt:lpstr>
      <vt:lpstr>Calibri</vt:lpstr>
      <vt:lpstr>Palatino Linotype</vt:lpstr>
      <vt:lpstr>PT Sans</vt:lpstr>
      <vt:lpstr>Times New Roman</vt:lpstr>
      <vt:lpstr>Larissa</vt:lpstr>
      <vt:lpstr>Expected Insurance Coverage and Pharmaceutical Innovation: Evidence from China’s National Drug Price Negotiation Policy</vt:lpstr>
      <vt:lpstr>Main message and contribution</vt:lpstr>
      <vt:lpstr>1. Identification: control, obs. unit, decomp.</vt:lpstr>
      <vt:lpstr>2. Measures, classification, &amp; firm-level analysis</vt:lpstr>
      <vt:lpstr>Minor suggestions</vt:lpstr>
      <vt:lpstr>Final thoughts</vt:lpstr>
    </vt:vector>
  </TitlesOfParts>
  <Company>MPI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Lendle Sarah</dc:creator>
  <cp:lastModifiedBy>Lucy Xiaolu Wang</cp:lastModifiedBy>
  <cp:revision>623</cp:revision>
  <dcterms:created xsi:type="dcterms:W3CDTF">2018-05-02T08:16:08Z</dcterms:created>
  <dcterms:modified xsi:type="dcterms:W3CDTF">2026-04-11T04:33:45Z</dcterms:modified>
</cp:coreProperties>
</file>